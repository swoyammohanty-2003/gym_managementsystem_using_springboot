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 id="2147483736" r:id="rId2"/>
    <p:sldMasterId id="2147483739" r:id="rId3"/>
    <p:sldMasterId id="2147483754" r:id="rId4"/>
    <p:sldMasterId id="2147483767" r:id="rId5"/>
    <p:sldMasterId id="2147483769" r:id="rId6"/>
  </p:sldMasterIdLst>
  <p:sldIdLst>
    <p:sldId id="256" r:id="rId7"/>
    <p:sldId id="258" r:id="rId8"/>
    <p:sldId id="265" r:id="rId9"/>
    <p:sldId id="274" r:id="rId10"/>
    <p:sldId id="259" r:id="rId11"/>
    <p:sldId id="266" r:id="rId12"/>
    <p:sldId id="260" r:id="rId13"/>
    <p:sldId id="261" r:id="rId14"/>
    <p:sldId id="275" r:id="rId15"/>
    <p:sldId id="268" r:id="rId16"/>
    <p:sldId id="269" r:id="rId17"/>
    <p:sldId id="277" r:id="rId18"/>
    <p:sldId id="270" r:id="rId19"/>
    <p:sldId id="278" r:id="rId20"/>
    <p:sldId id="284" r:id="rId21"/>
    <p:sldId id="285" r:id="rId22"/>
    <p:sldId id="273" r:id="rId23"/>
    <p:sldId id="279" r:id="rId24"/>
    <p:sldId id="283" r:id="rId25"/>
    <p:sldId id="282" r:id="rId26"/>
    <p:sldId id="281" r:id="rId27"/>
    <p:sldId id="262" r:id="rId28"/>
    <p:sldId id="264" r:id="rId29"/>
    <p:sldId id="263" r:id="rId30"/>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GAT MOHANTY" initials="SM" lastIdx="1" clrIdx="0">
    <p:extLst>
      <p:ext uri="{19B8F6BF-5375-455C-9EA6-DF929625EA0E}">
        <p15:presenceInfo xmlns:p15="http://schemas.microsoft.com/office/powerpoint/2012/main" userId="b0fce65fe8a6685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E0E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107" d="100"/>
          <a:sy n="107" d="100"/>
        </p:scale>
        <p:origin x="77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bleStyles" Target="tableStyles.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9.png"/><Relationship Id="rId4"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bit.ly/2Tynxth"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hyperlink" Target="https://www.presentationgo.com/" TargetMode="External"/><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0;p2"/>
          <p:cNvGrpSpPr/>
          <p:nvPr/>
        </p:nvGrpSpPr>
        <p:grpSpPr>
          <a:xfrm>
            <a:off x="0" y="-11"/>
            <a:ext cx="9144003" cy="5143511"/>
            <a:chOff x="0" y="-11"/>
            <a:chExt cx="9144003" cy="5143511"/>
          </a:xfrm>
        </p:grpSpPr>
        <p:pic>
          <p:nvPicPr>
            <p:cNvPr id="11" name="Google Shape;11;p2"/>
            <p:cNvPicPr preferRelativeResize="0"/>
            <p:nvPr/>
          </p:nvPicPr>
          <p:blipFill>
            <a:blip r:embed="rId3" cstate="print">
              <a:alphaModFix amt="40000"/>
            </a:blip>
            <a:stretch>
              <a:fillRect/>
            </a:stretch>
          </p:blipFill>
          <p:spPr>
            <a:xfrm>
              <a:off x="0" y="-11"/>
              <a:ext cx="9144003" cy="2397622"/>
            </a:xfrm>
            <a:prstGeom prst="rect">
              <a:avLst/>
            </a:prstGeom>
            <a:noFill/>
            <a:ln>
              <a:noFill/>
            </a:ln>
          </p:spPr>
        </p:pic>
        <p:pic>
          <p:nvPicPr>
            <p:cNvPr id="12" name="Google Shape;12;p2"/>
            <p:cNvPicPr preferRelativeResize="0"/>
            <p:nvPr/>
          </p:nvPicPr>
          <p:blipFill>
            <a:blip r:embed="rId4" cstate="print">
              <a:alphaModFix amt="48000"/>
            </a:blip>
            <a:stretch>
              <a:fillRect/>
            </a:stretch>
          </p:blipFill>
          <p:spPr>
            <a:xfrm>
              <a:off x="8" y="0"/>
              <a:ext cx="7717135" cy="5143501"/>
            </a:xfrm>
            <a:prstGeom prst="rect">
              <a:avLst/>
            </a:prstGeom>
            <a:noFill/>
            <a:ln>
              <a:noFill/>
            </a:ln>
          </p:spPr>
        </p:pic>
      </p:grpSp>
      <p:sp>
        <p:nvSpPr>
          <p:cNvPr id="13" name="Google Shape;13;p2"/>
          <p:cNvSpPr txBox="1">
            <a:spLocks noGrp="1"/>
          </p:cNvSpPr>
          <p:nvPr>
            <p:ph type="ctrTitle"/>
          </p:nvPr>
        </p:nvSpPr>
        <p:spPr>
          <a:xfrm>
            <a:off x="1669825" y="1238850"/>
            <a:ext cx="5804400" cy="18819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5200"/>
              <a:buNone/>
              <a:defRPr sz="4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14" name="Google Shape;14;p2"/>
          <p:cNvSpPr txBox="1">
            <a:spLocks noGrp="1"/>
          </p:cNvSpPr>
          <p:nvPr>
            <p:ph type="subTitle" idx="1"/>
          </p:nvPr>
        </p:nvSpPr>
        <p:spPr>
          <a:xfrm>
            <a:off x="2392500" y="3504354"/>
            <a:ext cx="4359000" cy="40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pic>
        <p:nvPicPr>
          <p:cNvPr id="16" name="Google Shape;16;p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 name="Google Shape;17;p3"/>
          <p:cNvPicPr preferRelativeResize="0"/>
          <p:nvPr/>
        </p:nvPicPr>
        <p:blipFill>
          <a:blip r:embed="rId3" cstate="print">
            <a:alphaModFix amt="30000"/>
          </a:blip>
          <a:stretch>
            <a:fillRect/>
          </a:stretch>
        </p:blipFill>
        <p:spPr>
          <a:xfrm>
            <a:off x="0" y="-431300"/>
            <a:ext cx="9144003" cy="6098975"/>
          </a:xfrm>
          <a:prstGeom prst="rect">
            <a:avLst/>
          </a:prstGeom>
          <a:noFill/>
          <a:ln>
            <a:noFill/>
          </a:ln>
        </p:spPr>
      </p:pic>
      <p:sp>
        <p:nvSpPr>
          <p:cNvPr id="18" name="Google Shape;18;p3"/>
          <p:cNvSpPr txBox="1">
            <a:spLocks noGrp="1"/>
          </p:cNvSpPr>
          <p:nvPr>
            <p:ph type="title"/>
          </p:nvPr>
        </p:nvSpPr>
        <p:spPr>
          <a:xfrm>
            <a:off x="3187850" y="2102909"/>
            <a:ext cx="27684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 name="Google Shape;19;p3"/>
          <p:cNvSpPr txBox="1">
            <a:spLocks noGrp="1"/>
          </p:cNvSpPr>
          <p:nvPr>
            <p:ph type="title" idx="2" hasCustomPrompt="1"/>
          </p:nvPr>
        </p:nvSpPr>
        <p:spPr>
          <a:xfrm>
            <a:off x="3187800" y="929450"/>
            <a:ext cx="27684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3187850" y="3475316"/>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pic>
        <p:nvPicPr>
          <p:cNvPr id="25" name="Google Shape;25;p4"/>
          <p:cNvPicPr preferRelativeResize="0"/>
          <p:nvPr/>
        </p:nvPicPr>
        <p:blipFill>
          <a:blip r:embed="rId3" cstate="print">
            <a:alphaModFix amt="30000"/>
          </a:blip>
          <a:stretch>
            <a:fillRect/>
          </a:stretch>
        </p:blipFill>
        <p:spPr>
          <a:xfrm rot="-6080572">
            <a:off x="7357825" y="-650032"/>
            <a:ext cx="1859881" cy="20260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pic>
        <p:nvPicPr>
          <p:cNvPr id="27" name="Google Shape;27;p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8;p5"/>
          <p:cNvGrpSpPr/>
          <p:nvPr/>
        </p:nvGrpSpPr>
        <p:grpSpPr>
          <a:xfrm>
            <a:off x="-2736154" y="-2532646"/>
            <a:ext cx="9665434" cy="12031040"/>
            <a:chOff x="-2736154" y="-2532646"/>
            <a:chExt cx="9665434" cy="12031040"/>
          </a:xfrm>
        </p:grpSpPr>
        <p:pic>
          <p:nvPicPr>
            <p:cNvPr id="29" name="Google Shape;29;p5"/>
            <p:cNvPicPr preferRelativeResize="0"/>
            <p:nvPr/>
          </p:nvPicPr>
          <p:blipFill>
            <a:blip r:embed="rId3" cstate="print">
              <a:alphaModFix/>
            </a:blip>
            <a:stretch>
              <a:fillRect/>
            </a:stretch>
          </p:blipFill>
          <p:spPr>
            <a:xfrm rot="6384532">
              <a:off x="-1809626" y="-2542696"/>
              <a:ext cx="3232319" cy="4349425"/>
            </a:xfrm>
            <a:prstGeom prst="rect">
              <a:avLst/>
            </a:prstGeom>
            <a:noFill/>
            <a:ln>
              <a:noFill/>
            </a:ln>
          </p:spPr>
        </p:pic>
        <p:pic>
          <p:nvPicPr>
            <p:cNvPr id="30" name="Google Shape;30;p5"/>
            <p:cNvPicPr preferRelativeResize="0"/>
            <p:nvPr/>
          </p:nvPicPr>
          <p:blipFill>
            <a:blip r:embed="rId4" cstate="print">
              <a:alphaModFix amt="18000"/>
            </a:blip>
            <a:stretch>
              <a:fillRect/>
            </a:stretch>
          </p:blipFill>
          <p:spPr>
            <a:xfrm rot="10799995">
              <a:off x="2645630" y="2857270"/>
              <a:ext cx="4283650" cy="6641121"/>
            </a:xfrm>
            <a:prstGeom prst="rect">
              <a:avLst/>
            </a:prstGeom>
            <a:noFill/>
            <a:ln>
              <a:noFill/>
            </a:ln>
          </p:spPr>
        </p:pic>
      </p:grpSp>
      <p:sp>
        <p:nvSpPr>
          <p:cNvPr id="31" name="Google Shape;31;p5"/>
          <p:cNvSpPr txBox="1">
            <a:spLocks noGrp="1"/>
          </p:cNvSpPr>
          <p:nvPr>
            <p:ph type="subTitle" idx="1"/>
          </p:nvPr>
        </p:nvSpPr>
        <p:spPr>
          <a:xfrm>
            <a:off x="1290763" y="2337704"/>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2" name="Google Shape;32;p5"/>
          <p:cNvSpPr txBox="1">
            <a:spLocks noGrp="1"/>
          </p:cNvSpPr>
          <p:nvPr>
            <p:ph type="subTitle" idx="2"/>
          </p:nvPr>
        </p:nvSpPr>
        <p:spPr>
          <a:xfrm>
            <a:off x="4945638" y="2337688"/>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3" name="Google Shape;33;p5"/>
          <p:cNvSpPr txBox="1">
            <a:spLocks noGrp="1"/>
          </p:cNvSpPr>
          <p:nvPr>
            <p:ph type="subTitle" idx="3"/>
          </p:nvPr>
        </p:nvSpPr>
        <p:spPr>
          <a:xfrm>
            <a:off x="1290775"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 name="Google Shape;34;p5"/>
          <p:cNvSpPr txBox="1">
            <a:spLocks noGrp="1"/>
          </p:cNvSpPr>
          <p:nvPr>
            <p:ph type="subTitle" idx="4"/>
          </p:nvPr>
        </p:nvSpPr>
        <p:spPr>
          <a:xfrm>
            <a:off x="4945650"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 name="Google Shape;35;p5"/>
          <p:cNvSpPr txBox="1">
            <a:spLocks noGrp="1"/>
          </p:cNvSpPr>
          <p:nvPr>
            <p:ph type="title"/>
          </p:nvPr>
        </p:nvSpPr>
        <p:spPr>
          <a:xfrm>
            <a:off x="71510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pic>
        <p:nvPicPr>
          <p:cNvPr id="37" name="Google Shape;37;p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8" name="Google Shape;38;p6"/>
          <p:cNvSpPr txBox="1">
            <a:spLocks noGrp="1"/>
          </p:cNvSpPr>
          <p:nvPr>
            <p:ph type="title"/>
          </p:nvPr>
        </p:nvSpPr>
        <p:spPr>
          <a:xfrm>
            <a:off x="715100" y="535000"/>
            <a:ext cx="77112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2" name="Google Shape;39;p6"/>
          <p:cNvGrpSpPr/>
          <p:nvPr/>
        </p:nvGrpSpPr>
        <p:grpSpPr>
          <a:xfrm>
            <a:off x="50600" y="-1177774"/>
            <a:ext cx="9637306" cy="2466454"/>
            <a:chOff x="50600" y="-1177774"/>
            <a:chExt cx="9637306" cy="2466454"/>
          </a:xfrm>
        </p:grpSpPr>
        <p:pic>
          <p:nvPicPr>
            <p:cNvPr id="40" name="Google Shape;40;p6"/>
            <p:cNvPicPr preferRelativeResize="0"/>
            <p:nvPr/>
          </p:nvPicPr>
          <p:blipFill>
            <a:blip r:embed="rId3" cstate="print">
              <a:alphaModFix amt="29000"/>
            </a:blip>
            <a:stretch>
              <a:fillRect/>
            </a:stretch>
          </p:blipFill>
          <p:spPr>
            <a:xfrm>
              <a:off x="50600" y="-1177774"/>
              <a:ext cx="2253752" cy="2225150"/>
            </a:xfrm>
            <a:prstGeom prst="rect">
              <a:avLst/>
            </a:prstGeom>
            <a:noFill/>
            <a:ln>
              <a:noFill/>
            </a:ln>
          </p:spPr>
        </p:pic>
        <p:pic>
          <p:nvPicPr>
            <p:cNvPr id="41" name="Google Shape;41;p6"/>
            <p:cNvPicPr preferRelativeResize="0"/>
            <p:nvPr/>
          </p:nvPicPr>
          <p:blipFill>
            <a:blip r:embed="rId4" cstate="print">
              <a:alphaModFix amt="26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pic>
        <p:nvPicPr>
          <p:cNvPr id="43" name="Google Shape;43;p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44" name="Google Shape;44;p7"/>
          <p:cNvPicPr preferRelativeResize="0"/>
          <p:nvPr/>
        </p:nvPicPr>
        <p:blipFill>
          <a:blip r:embed="rId3" cstate="print">
            <a:alphaModFix amt="40000"/>
          </a:blip>
          <a:stretch>
            <a:fillRect/>
          </a:stretch>
        </p:blipFill>
        <p:spPr>
          <a:xfrm rot="10800000" flipH="1">
            <a:off x="0" y="2745889"/>
            <a:ext cx="9144003" cy="2397622"/>
          </a:xfrm>
          <a:prstGeom prst="rect">
            <a:avLst/>
          </a:prstGeom>
          <a:noFill/>
          <a:ln>
            <a:noFill/>
          </a:ln>
        </p:spPr>
      </p:pic>
      <p:sp>
        <p:nvSpPr>
          <p:cNvPr id="45" name="Google Shape;45;p7"/>
          <p:cNvSpPr txBox="1">
            <a:spLocks noGrp="1"/>
          </p:cNvSpPr>
          <p:nvPr>
            <p:ph type="title"/>
          </p:nvPr>
        </p:nvSpPr>
        <p:spPr>
          <a:xfrm>
            <a:off x="715100" y="535000"/>
            <a:ext cx="77136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6" name="Google Shape;46;p7"/>
          <p:cNvSpPr txBox="1">
            <a:spLocks noGrp="1"/>
          </p:cNvSpPr>
          <p:nvPr>
            <p:ph type="body" idx="1"/>
          </p:nvPr>
        </p:nvSpPr>
        <p:spPr>
          <a:xfrm>
            <a:off x="720000" y="1554150"/>
            <a:ext cx="4401600" cy="3054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191919"/>
              </a:buClr>
              <a:buSzPts val="1200"/>
              <a:buFont typeface="Anaheim"/>
              <a:buChar char="●"/>
              <a:defRPr sz="1400">
                <a:solidFill>
                  <a:srgbClr val="434343"/>
                </a:solidFill>
              </a:defRPr>
            </a:lvl1pPr>
            <a:lvl2pPr marL="914400" lvl="1" indent="-317500" rtl="0">
              <a:lnSpc>
                <a:spcPct val="115000"/>
              </a:lnSpc>
              <a:spcBef>
                <a:spcPts val="0"/>
              </a:spcBef>
              <a:spcAft>
                <a:spcPts val="0"/>
              </a:spcAft>
              <a:buClr>
                <a:srgbClr val="191919"/>
              </a:buClr>
              <a:buSzPts val="1400"/>
              <a:buFont typeface="Anaheim"/>
              <a:buChar char="○"/>
              <a:defRPr>
                <a:solidFill>
                  <a:srgbClr val="434343"/>
                </a:solidFill>
              </a:defRPr>
            </a:lvl2pPr>
            <a:lvl3pPr marL="1371600" lvl="2" indent="-317500" rtl="0">
              <a:lnSpc>
                <a:spcPct val="115000"/>
              </a:lnSpc>
              <a:spcBef>
                <a:spcPts val="0"/>
              </a:spcBef>
              <a:spcAft>
                <a:spcPts val="0"/>
              </a:spcAft>
              <a:buClr>
                <a:srgbClr val="191919"/>
              </a:buClr>
              <a:buSzPts val="1400"/>
              <a:buFont typeface="Anaheim"/>
              <a:buChar char="■"/>
              <a:defRPr>
                <a:solidFill>
                  <a:srgbClr val="434343"/>
                </a:solidFill>
              </a:defRPr>
            </a:lvl3pPr>
            <a:lvl4pPr marL="1828800" lvl="3" indent="-317500" rtl="0">
              <a:lnSpc>
                <a:spcPct val="115000"/>
              </a:lnSpc>
              <a:spcBef>
                <a:spcPts val="0"/>
              </a:spcBef>
              <a:spcAft>
                <a:spcPts val="0"/>
              </a:spcAft>
              <a:buClr>
                <a:srgbClr val="191919"/>
              </a:buClr>
              <a:buSzPts val="1400"/>
              <a:buFont typeface="Anaheim"/>
              <a:buChar char="●"/>
              <a:defRPr>
                <a:solidFill>
                  <a:srgbClr val="434343"/>
                </a:solidFill>
              </a:defRPr>
            </a:lvl4pPr>
            <a:lvl5pPr marL="2286000" lvl="4" indent="-317500" rtl="0">
              <a:lnSpc>
                <a:spcPct val="115000"/>
              </a:lnSpc>
              <a:spcBef>
                <a:spcPts val="0"/>
              </a:spcBef>
              <a:spcAft>
                <a:spcPts val="0"/>
              </a:spcAft>
              <a:buClr>
                <a:srgbClr val="191919"/>
              </a:buClr>
              <a:buSzPts val="1400"/>
              <a:buFont typeface="Anaheim"/>
              <a:buChar char="○"/>
              <a:defRPr>
                <a:solidFill>
                  <a:srgbClr val="434343"/>
                </a:solidFill>
              </a:defRPr>
            </a:lvl5pPr>
            <a:lvl6pPr marL="2743200" lvl="5" indent="-317500" rtl="0">
              <a:lnSpc>
                <a:spcPct val="115000"/>
              </a:lnSpc>
              <a:spcBef>
                <a:spcPts val="0"/>
              </a:spcBef>
              <a:spcAft>
                <a:spcPts val="0"/>
              </a:spcAft>
              <a:buClr>
                <a:srgbClr val="191919"/>
              </a:buClr>
              <a:buSzPts val="1400"/>
              <a:buFont typeface="Anaheim"/>
              <a:buChar char="■"/>
              <a:defRPr>
                <a:solidFill>
                  <a:srgbClr val="434343"/>
                </a:solidFill>
              </a:defRPr>
            </a:lvl6pPr>
            <a:lvl7pPr marL="3200400" lvl="6" indent="-317500" rtl="0">
              <a:lnSpc>
                <a:spcPct val="115000"/>
              </a:lnSpc>
              <a:spcBef>
                <a:spcPts val="0"/>
              </a:spcBef>
              <a:spcAft>
                <a:spcPts val="0"/>
              </a:spcAft>
              <a:buClr>
                <a:srgbClr val="191919"/>
              </a:buClr>
              <a:buSzPts val="1400"/>
              <a:buFont typeface="Anaheim"/>
              <a:buChar char="●"/>
              <a:defRPr>
                <a:solidFill>
                  <a:srgbClr val="434343"/>
                </a:solidFill>
              </a:defRPr>
            </a:lvl7pPr>
            <a:lvl8pPr marL="3657600" lvl="7" indent="-317500" rtl="0">
              <a:lnSpc>
                <a:spcPct val="115000"/>
              </a:lnSpc>
              <a:spcBef>
                <a:spcPts val="0"/>
              </a:spcBef>
              <a:spcAft>
                <a:spcPts val="0"/>
              </a:spcAft>
              <a:buClr>
                <a:srgbClr val="191919"/>
              </a:buClr>
              <a:buSzPts val="1400"/>
              <a:buFont typeface="Anaheim"/>
              <a:buChar char="○"/>
              <a:defRPr>
                <a:solidFill>
                  <a:srgbClr val="434343"/>
                </a:solidFill>
              </a:defRPr>
            </a:lvl8pPr>
            <a:lvl9pPr marL="4114800" lvl="8" indent="-317500" rtl="0">
              <a:lnSpc>
                <a:spcPct val="115000"/>
              </a:lnSpc>
              <a:spcBef>
                <a:spcPts val="0"/>
              </a:spcBef>
              <a:spcAft>
                <a:spcPts val="0"/>
              </a:spcAft>
              <a:buClr>
                <a:srgbClr val="191919"/>
              </a:buClr>
              <a:buSzPts val="1400"/>
              <a:buFont typeface="Anaheim"/>
              <a:buChar char="■"/>
              <a:defRPr>
                <a:solidFill>
                  <a:srgbClr val="434343"/>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7"/>
        <p:cNvGrpSpPr/>
        <p:nvPr/>
      </p:nvGrpSpPr>
      <p:grpSpPr>
        <a:xfrm>
          <a:off x="0" y="0"/>
          <a:ext cx="0" cy="0"/>
          <a:chOff x="0" y="0"/>
          <a:chExt cx="0" cy="0"/>
        </a:xfrm>
      </p:grpSpPr>
      <p:pic>
        <p:nvPicPr>
          <p:cNvPr id="48" name="Google Shape;48;p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49;p8"/>
          <p:cNvGrpSpPr/>
          <p:nvPr/>
        </p:nvGrpSpPr>
        <p:grpSpPr>
          <a:xfrm>
            <a:off x="-1326274" y="222183"/>
            <a:ext cx="11453645" cy="6483616"/>
            <a:chOff x="-1326274" y="222183"/>
            <a:chExt cx="11453645" cy="6483616"/>
          </a:xfrm>
        </p:grpSpPr>
        <p:pic>
          <p:nvPicPr>
            <p:cNvPr id="50" name="Google Shape;50;p8"/>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51" name="Google Shape;51;p8"/>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52" name="Google Shape;52;p8"/>
            <p:cNvPicPr preferRelativeResize="0"/>
            <p:nvPr/>
          </p:nvPicPr>
          <p:blipFill>
            <a:blip r:embed="rId5" cstate="print">
              <a:alphaModFix/>
            </a:blip>
            <a:stretch>
              <a:fillRect/>
            </a:stretch>
          </p:blipFill>
          <p:spPr>
            <a:xfrm rot="-626902">
              <a:off x="-1012802" y="2777516"/>
              <a:ext cx="2756456" cy="3709093"/>
            </a:xfrm>
            <a:prstGeom prst="rect">
              <a:avLst/>
            </a:prstGeom>
            <a:noFill/>
            <a:ln>
              <a:noFill/>
            </a:ln>
          </p:spPr>
        </p:pic>
        <p:pic>
          <p:nvPicPr>
            <p:cNvPr id="53" name="Google Shape;53;p8"/>
            <p:cNvPicPr preferRelativeResize="0"/>
            <p:nvPr/>
          </p:nvPicPr>
          <p:blipFill>
            <a:blip r:embed="rId6" cstate="print">
              <a:alphaModFix amt="60000"/>
            </a:blip>
            <a:stretch>
              <a:fillRect/>
            </a:stretch>
          </p:blipFill>
          <p:spPr>
            <a:xfrm flipH="1">
              <a:off x="252562" y="222183"/>
              <a:ext cx="315473" cy="320824"/>
            </a:xfrm>
            <a:prstGeom prst="rect">
              <a:avLst/>
            </a:prstGeom>
            <a:noFill/>
            <a:ln>
              <a:noFill/>
            </a:ln>
          </p:spPr>
        </p:pic>
      </p:grpSp>
      <p:sp>
        <p:nvSpPr>
          <p:cNvPr id="54" name="Google Shape;5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5"/>
        <p:cNvGrpSpPr/>
        <p:nvPr/>
      </p:nvGrpSpPr>
      <p:grpSpPr>
        <a:xfrm>
          <a:off x="0" y="0"/>
          <a:ext cx="0" cy="0"/>
          <a:chOff x="0" y="0"/>
          <a:chExt cx="0" cy="0"/>
        </a:xfrm>
      </p:grpSpPr>
      <p:pic>
        <p:nvPicPr>
          <p:cNvPr id="56" name="Google Shape;56;p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7" name="Google Shape;57;p9"/>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sp>
        <p:nvSpPr>
          <p:cNvPr id="58" name="Google Shape;58;p9"/>
          <p:cNvSpPr txBox="1">
            <a:spLocks noGrp="1"/>
          </p:cNvSpPr>
          <p:nvPr>
            <p:ph type="title"/>
          </p:nvPr>
        </p:nvSpPr>
        <p:spPr>
          <a:xfrm flipH="1">
            <a:off x="5176550" y="1294100"/>
            <a:ext cx="3252300" cy="121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59" name="Google Shape;59;p9"/>
          <p:cNvSpPr txBox="1">
            <a:spLocks noGrp="1"/>
          </p:cNvSpPr>
          <p:nvPr>
            <p:ph type="subTitle" idx="1"/>
          </p:nvPr>
        </p:nvSpPr>
        <p:spPr>
          <a:xfrm flipH="1">
            <a:off x="5176550" y="2664600"/>
            <a:ext cx="3252300" cy="118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0"/>
        <p:cNvGrpSpPr/>
        <p:nvPr/>
      </p:nvGrpSpPr>
      <p:grpSpPr>
        <a:xfrm>
          <a:off x="0" y="0"/>
          <a:ext cx="0" cy="0"/>
          <a:chOff x="0" y="0"/>
          <a:chExt cx="0" cy="0"/>
        </a:xfrm>
      </p:grpSpPr>
      <p:sp>
        <p:nvSpPr>
          <p:cNvPr id="61" name="Google Shape;61;p10"/>
          <p:cNvSpPr/>
          <p:nvPr/>
        </p:nvSpPr>
        <p:spPr>
          <a:xfrm>
            <a:off x="0" y="0"/>
            <a:ext cx="9144000" cy="5143500"/>
          </a:xfrm>
          <a:prstGeom prst="rect">
            <a:avLst/>
          </a:prstGeom>
          <a:solidFill>
            <a:schemeClr val="accent1">
              <a:alpha val="307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
          <p:cNvSpPr txBox="1">
            <a:spLocks noGrp="1"/>
          </p:cNvSpPr>
          <p:nvPr>
            <p:ph type="title"/>
          </p:nvPr>
        </p:nvSpPr>
        <p:spPr>
          <a:xfrm>
            <a:off x="720000" y="3883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7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3"/>
        <p:cNvGrpSpPr/>
        <p:nvPr/>
      </p:nvGrpSpPr>
      <p:grpSpPr>
        <a:xfrm>
          <a:off x="0" y="0"/>
          <a:ext cx="0" cy="0"/>
          <a:chOff x="0" y="0"/>
          <a:chExt cx="0" cy="0"/>
        </a:xfrm>
      </p:grpSpPr>
      <p:pic>
        <p:nvPicPr>
          <p:cNvPr id="64" name="Google Shape;64;p1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65" name="Google Shape;65;p11"/>
          <p:cNvPicPr preferRelativeResize="0"/>
          <p:nvPr/>
        </p:nvPicPr>
        <p:blipFill>
          <a:blip r:embed="rId3" cstate="print">
            <a:alphaModFix amt="48000"/>
          </a:blip>
          <a:stretch>
            <a:fillRect/>
          </a:stretch>
        </p:blipFill>
        <p:spPr>
          <a:xfrm rot="4861616">
            <a:off x="2643919" y="-1295605"/>
            <a:ext cx="3574490" cy="7570357"/>
          </a:xfrm>
          <a:prstGeom prst="rect">
            <a:avLst/>
          </a:prstGeom>
          <a:noFill/>
          <a:ln>
            <a:noFill/>
          </a:ln>
        </p:spPr>
      </p:pic>
      <p:sp>
        <p:nvSpPr>
          <p:cNvPr id="66" name="Google Shape;66;p11"/>
          <p:cNvSpPr txBox="1">
            <a:spLocks noGrp="1"/>
          </p:cNvSpPr>
          <p:nvPr>
            <p:ph type="title" hasCustomPrompt="1"/>
          </p:nvPr>
        </p:nvSpPr>
        <p:spPr>
          <a:xfrm>
            <a:off x="1284000" y="1468850"/>
            <a:ext cx="6576000" cy="1511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7" name="Google Shape;67;p11"/>
          <p:cNvSpPr txBox="1">
            <a:spLocks noGrp="1"/>
          </p:cNvSpPr>
          <p:nvPr>
            <p:ph type="subTitle" idx="1"/>
          </p:nvPr>
        </p:nvSpPr>
        <p:spPr>
          <a:xfrm>
            <a:off x="1284000" y="3553300"/>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r>
              <a:rPr lang="en-US"/>
              <a:t>Click to edit Master subtitle style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9"/>
        <p:cNvGrpSpPr/>
        <p:nvPr/>
      </p:nvGrpSpPr>
      <p:grpSpPr>
        <a:xfrm>
          <a:off x="0" y="0"/>
          <a:ext cx="0" cy="0"/>
          <a:chOff x="0" y="0"/>
          <a:chExt cx="0" cy="0"/>
        </a:xfrm>
      </p:grpSpPr>
      <p:pic>
        <p:nvPicPr>
          <p:cNvPr id="70" name="Google Shape;70;p1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71;p13"/>
          <p:cNvGrpSpPr/>
          <p:nvPr/>
        </p:nvGrpSpPr>
        <p:grpSpPr>
          <a:xfrm>
            <a:off x="-891002" y="-1228775"/>
            <a:ext cx="10578908" cy="2929874"/>
            <a:chOff x="-891002" y="-1228775"/>
            <a:chExt cx="10578908" cy="2929874"/>
          </a:xfrm>
        </p:grpSpPr>
        <p:pic>
          <p:nvPicPr>
            <p:cNvPr id="72" name="Google Shape;72;p13"/>
            <p:cNvPicPr preferRelativeResize="0"/>
            <p:nvPr/>
          </p:nvPicPr>
          <p:blipFill>
            <a:blip r:embed="rId3" cstate="print">
              <a:alphaModFix amt="37000"/>
            </a:blip>
            <a:stretch>
              <a:fillRect/>
            </a:stretch>
          </p:blipFill>
          <p:spPr>
            <a:xfrm>
              <a:off x="-891002" y="-1228775"/>
              <a:ext cx="2881223" cy="2929874"/>
            </a:xfrm>
            <a:prstGeom prst="rect">
              <a:avLst/>
            </a:prstGeom>
            <a:noFill/>
            <a:ln>
              <a:noFill/>
            </a:ln>
          </p:spPr>
        </p:pic>
        <p:pic>
          <p:nvPicPr>
            <p:cNvPr id="73" name="Google Shape;73;p13"/>
            <p:cNvPicPr preferRelativeResize="0"/>
            <p:nvPr/>
          </p:nvPicPr>
          <p:blipFill>
            <a:blip r:embed="rId4" cstate="print">
              <a:alphaModFix amt="31000"/>
            </a:blip>
            <a:stretch>
              <a:fillRect/>
            </a:stretch>
          </p:blipFill>
          <p:spPr>
            <a:xfrm rot="4408896">
              <a:off x="7465724" y="-1122075"/>
              <a:ext cx="1486300" cy="2644623"/>
            </a:xfrm>
            <a:prstGeom prst="rect">
              <a:avLst/>
            </a:prstGeom>
            <a:noFill/>
            <a:ln>
              <a:noFill/>
            </a:ln>
          </p:spPr>
        </p:pic>
      </p:grpSp>
      <p:sp>
        <p:nvSpPr>
          <p:cNvPr id="74" name="Google Shape;74;p13"/>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75" name="Google Shape;75;p13"/>
          <p:cNvSpPr txBox="1">
            <a:spLocks noGrp="1"/>
          </p:cNvSpPr>
          <p:nvPr>
            <p:ph type="title" idx="2"/>
          </p:nvPr>
        </p:nvSpPr>
        <p:spPr>
          <a:xfrm>
            <a:off x="7200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6" name="Google Shape;76;p13"/>
          <p:cNvSpPr txBox="1">
            <a:spLocks noGrp="1"/>
          </p:cNvSpPr>
          <p:nvPr>
            <p:ph type="title" idx="3" hasCustomPrompt="1"/>
          </p:nvPr>
        </p:nvSpPr>
        <p:spPr>
          <a:xfrm>
            <a:off x="12505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subTitle" idx="1"/>
          </p:nvPr>
        </p:nvSpPr>
        <p:spPr>
          <a:xfrm>
            <a:off x="7200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78" name="Google Shape;78;p13"/>
          <p:cNvSpPr txBox="1">
            <a:spLocks noGrp="1"/>
          </p:cNvSpPr>
          <p:nvPr>
            <p:ph type="title" idx="4"/>
          </p:nvPr>
        </p:nvSpPr>
        <p:spPr>
          <a:xfrm>
            <a:off x="34038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9" name="Google Shape;79;p13"/>
          <p:cNvSpPr txBox="1">
            <a:spLocks noGrp="1"/>
          </p:cNvSpPr>
          <p:nvPr>
            <p:ph type="title" idx="5" hasCustomPrompt="1"/>
          </p:nvPr>
        </p:nvSpPr>
        <p:spPr>
          <a:xfrm>
            <a:off x="39343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subTitle" idx="6"/>
          </p:nvPr>
        </p:nvSpPr>
        <p:spPr>
          <a:xfrm>
            <a:off x="34038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1" name="Google Shape;81;p13"/>
          <p:cNvSpPr txBox="1">
            <a:spLocks noGrp="1"/>
          </p:cNvSpPr>
          <p:nvPr>
            <p:ph type="title" idx="7"/>
          </p:nvPr>
        </p:nvSpPr>
        <p:spPr>
          <a:xfrm>
            <a:off x="60876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2" name="Google Shape;82;p13"/>
          <p:cNvSpPr txBox="1">
            <a:spLocks noGrp="1"/>
          </p:cNvSpPr>
          <p:nvPr>
            <p:ph type="title" idx="8" hasCustomPrompt="1"/>
          </p:nvPr>
        </p:nvSpPr>
        <p:spPr>
          <a:xfrm>
            <a:off x="66181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9"/>
          </p:nvPr>
        </p:nvSpPr>
        <p:spPr>
          <a:xfrm>
            <a:off x="60876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4" name="Google Shape;84;p13"/>
          <p:cNvSpPr txBox="1">
            <a:spLocks noGrp="1"/>
          </p:cNvSpPr>
          <p:nvPr>
            <p:ph type="title" idx="13"/>
          </p:nvPr>
        </p:nvSpPr>
        <p:spPr>
          <a:xfrm>
            <a:off x="7200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5" name="Google Shape;85;p13"/>
          <p:cNvSpPr txBox="1">
            <a:spLocks noGrp="1"/>
          </p:cNvSpPr>
          <p:nvPr>
            <p:ph type="title" idx="14" hasCustomPrompt="1"/>
          </p:nvPr>
        </p:nvSpPr>
        <p:spPr>
          <a:xfrm>
            <a:off x="12505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15"/>
          </p:nvPr>
        </p:nvSpPr>
        <p:spPr>
          <a:xfrm>
            <a:off x="7200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7" name="Google Shape;87;p13"/>
          <p:cNvSpPr txBox="1">
            <a:spLocks noGrp="1"/>
          </p:cNvSpPr>
          <p:nvPr>
            <p:ph type="title" idx="16"/>
          </p:nvPr>
        </p:nvSpPr>
        <p:spPr>
          <a:xfrm>
            <a:off x="34038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8" name="Google Shape;88;p13"/>
          <p:cNvSpPr txBox="1">
            <a:spLocks noGrp="1"/>
          </p:cNvSpPr>
          <p:nvPr>
            <p:ph type="title" idx="17" hasCustomPrompt="1"/>
          </p:nvPr>
        </p:nvSpPr>
        <p:spPr>
          <a:xfrm>
            <a:off x="39343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subTitle" idx="18"/>
          </p:nvPr>
        </p:nvSpPr>
        <p:spPr>
          <a:xfrm>
            <a:off x="34038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title" idx="19"/>
          </p:nvPr>
        </p:nvSpPr>
        <p:spPr>
          <a:xfrm>
            <a:off x="60876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91" name="Google Shape;91;p13"/>
          <p:cNvSpPr txBox="1">
            <a:spLocks noGrp="1"/>
          </p:cNvSpPr>
          <p:nvPr>
            <p:ph type="title" idx="20" hasCustomPrompt="1"/>
          </p:nvPr>
        </p:nvSpPr>
        <p:spPr>
          <a:xfrm>
            <a:off x="66181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21"/>
          </p:nvPr>
        </p:nvSpPr>
        <p:spPr>
          <a:xfrm>
            <a:off x="60876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93"/>
        <p:cNvGrpSpPr/>
        <p:nvPr/>
      </p:nvGrpSpPr>
      <p:grpSpPr>
        <a:xfrm>
          <a:off x="0" y="0"/>
          <a:ext cx="0" cy="0"/>
          <a:chOff x="0" y="0"/>
          <a:chExt cx="0" cy="0"/>
        </a:xfrm>
      </p:grpSpPr>
      <p:pic>
        <p:nvPicPr>
          <p:cNvPr id="94" name="Google Shape;94;p14"/>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95;p14"/>
          <p:cNvGrpSpPr/>
          <p:nvPr/>
        </p:nvGrpSpPr>
        <p:grpSpPr>
          <a:xfrm rot="10800000" flipH="1">
            <a:off x="-1002602" y="2626046"/>
            <a:ext cx="10690508" cy="3876129"/>
            <a:chOff x="-1002602" y="-2587450"/>
            <a:chExt cx="10690508" cy="3876129"/>
          </a:xfrm>
        </p:grpSpPr>
        <p:pic>
          <p:nvPicPr>
            <p:cNvPr id="96" name="Google Shape;96;p14"/>
            <p:cNvPicPr preferRelativeResize="0"/>
            <p:nvPr/>
          </p:nvPicPr>
          <p:blipFill>
            <a:blip r:embed="rId3" cstate="print">
              <a:alphaModFix amt="37000"/>
            </a:blip>
            <a:stretch>
              <a:fillRect/>
            </a:stretch>
          </p:blipFill>
          <p:spPr>
            <a:xfrm>
              <a:off x="-1002602" y="-2587450"/>
              <a:ext cx="2881223" cy="2929874"/>
            </a:xfrm>
            <a:prstGeom prst="rect">
              <a:avLst/>
            </a:prstGeom>
            <a:noFill/>
            <a:ln>
              <a:noFill/>
            </a:ln>
          </p:spPr>
        </p:pic>
        <p:pic>
          <p:nvPicPr>
            <p:cNvPr id="97" name="Google Shape;97;p14"/>
            <p:cNvPicPr preferRelativeResize="0"/>
            <p:nvPr/>
          </p:nvPicPr>
          <p:blipFill rotWithShape="1">
            <a:blip r:embed="rId4" cstate="print">
              <a:alphaModFix amt="31000"/>
            </a:blip>
            <a:srcRect l="-115660" t="-15070" r="115660" b="15069"/>
            <a:stretch/>
          </p:blipFill>
          <p:spPr>
            <a:xfrm rot="4408896">
              <a:off x="7465724" y="-1122075"/>
              <a:ext cx="1486300" cy="2644623"/>
            </a:xfrm>
            <a:prstGeom prst="rect">
              <a:avLst/>
            </a:prstGeom>
            <a:noFill/>
            <a:ln>
              <a:noFill/>
            </a:ln>
          </p:spPr>
        </p:pic>
      </p:grpSp>
      <p:sp>
        <p:nvSpPr>
          <p:cNvPr id="98" name="Google Shape;98;p14"/>
          <p:cNvSpPr txBox="1">
            <a:spLocks noGrp="1"/>
          </p:cNvSpPr>
          <p:nvPr>
            <p:ph type="title"/>
          </p:nvPr>
        </p:nvSpPr>
        <p:spPr>
          <a:xfrm>
            <a:off x="720000" y="2117188"/>
            <a:ext cx="2336400" cy="942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99" name="Google Shape;99;p14"/>
          <p:cNvSpPr txBox="1">
            <a:spLocks noGrp="1"/>
          </p:cNvSpPr>
          <p:nvPr>
            <p:ph type="title" idx="2"/>
          </p:nvPr>
        </p:nvSpPr>
        <p:spPr>
          <a:xfrm>
            <a:off x="3980038" y="1027588"/>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0" name="Google Shape;100;p14"/>
          <p:cNvSpPr txBox="1">
            <a:spLocks noGrp="1"/>
          </p:cNvSpPr>
          <p:nvPr>
            <p:ph type="title" idx="3" hasCustomPrompt="1"/>
          </p:nvPr>
        </p:nvSpPr>
        <p:spPr>
          <a:xfrm>
            <a:off x="3093426" y="10275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4"/>
          <p:cNvSpPr txBox="1">
            <a:spLocks noGrp="1"/>
          </p:cNvSpPr>
          <p:nvPr>
            <p:ph type="subTitle" idx="1"/>
          </p:nvPr>
        </p:nvSpPr>
        <p:spPr>
          <a:xfrm>
            <a:off x="6216076" y="1027588"/>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2" name="Google Shape;102;p14"/>
          <p:cNvSpPr txBox="1">
            <a:spLocks noGrp="1"/>
          </p:cNvSpPr>
          <p:nvPr>
            <p:ph type="title" idx="4"/>
          </p:nvPr>
        </p:nvSpPr>
        <p:spPr>
          <a:xfrm>
            <a:off x="3980038" y="2354195"/>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3" name="Google Shape;103;p14"/>
          <p:cNvSpPr txBox="1">
            <a:spLocks noGrp="1"/>
          </p:cNvSpPr>
          <p:nvPr>
            <p:ph type="title" idx="5" hasCustomPrompt="1"/>
          </p:nvPr>
        </p:nvSpPr>
        <p:spPr>
          <a:xfrm>
            <a:off x="3093434" y="23541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4"/>
          <p:cNvSpPr txBox="1">
            <a:spLocks noGrp="1"/>
          </p:cNvSpPr>
          <p:nvPr>
            <p:ph type="subTitle" idx="6"/>
          </p:nvPr>
        </p:nvSpPr>
        <p:spPr>
          <a:xfrm>
            <a:off x="6216076" y="2354195"/>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14"/>
          <p:cNvSpPr txBox="1">
            <a:spLocks noGrp="1"/>
          </p:cNvSpPr>
          <p:nvPr>
            <p:ph type="title" idx="7"/>
          </p:nvPr>
        </p:nvSpPr>
        <p:spPr>
          <a:xfrm>
            <a:off x="3980038" y="3555390"/>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6" name="Google Shape;106;p14"/>
          <p:cNvSpPr txBox="1">
            <a:spLocks noGrp="1"/>
          </p:cNvSpPr>
          <p:nvPr>
            <p:ph type="title" idx="8" hasCustomPrompt="1"/>
          </p:nvPr>
        </p:nvSpPr>
        <p:spPr>
          <a:xfrm>
            <a:off x="3091425" y="35553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4"/>
          <p:cNvSpPr txBox="1">
            <a:spLocks noGrp="1"/>
          </p:cNvSpPr>
          <p:nvPr>
            <p:ph type="subTitle" idx="9"/>
          </p:nvPr>
        </p:nvSpPr>
        <p:spPr>
          <a:xfrm>
            <a:off x="6216076" y="3555390"/>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2">
  <p:cSld name="Table of contents 2">
    <p:spTree>
      <p:nvGrpSpPr>
        <p:cNvPr id="1" name="Shape 108"/>
        <p:cNvGrpSpPr/>
        <p:nvPr/>
      </p:nvGrpSpPr>
      <p:grpSpPr>
        <a:xfrm>
          <a:off x="0" y="0"/>
          <a:ext cx="0" cy="0"/>
          <a:chOff x="0" y="0"/>
          <a:chExt cx="0" cy="0"/>
        </a:xfrm>
      </p:grpSpPr>
      <p:pic>
        <p:nvPicPr>
          <p:cNvPr id="109" name="Google Shape;109;p1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10;p15"/>
          <p:cNvGrpSpPr/>
          <p:nvPr/>
        </p:nvGrpSpPr>
        <p:grpSpPr>
          <a:xfrm flipH="1">
            <a:off x="-1390802" y="299725"/>
            <a:ext cx="11262196" cy="4113879"/>
            <a:chOff x="-1074490" y="299725"/>
            <a:chExt cx="11262196" cy="4113879"/>
          </a:xfrm>
        </p:grpSpPr>
        <p:pic>
          <p:nvPicPr>
            <p:cNvPr id="111" name="Google Shape;111;p15"/>
            <p:cNvPicPr preferRelativeResize="0"/>
            <p:nvPr/>
          </p:nvPicPr>
          <p:blipFill>
            <a:blip r:embed="rId3" cstate="print">
              <a:alphaModFix amt="37000"/>
            </a:blip>
            <a:stretch>
              <a:fillRect/>
            </a:stretch>
          </p:blipFill>
          <p:spPr>
            <a:xfrm>
              <a:off x="-1074490" y="299725"/>
              <a:ext cx="2881223" cy="2929874"/>
            </a:xfrm>
            <a:prstGeom prst="rect">
              <a:avLst/>
            </a:prstGeom>
            <a:noFill/>
            <a:ln>
              <a:noFill/>
            </a:ln>
          </p:spPr>
        </p:pic>
        <p:pic>
          <p:nvPicPr>
            <p:cNvPr id="112" name="Google Shape;112;p15"/>
            <p:cNvPicPr preferRelativeResize="0"/>
            <p:nvPr/>
          </p:nvPicPr>
          <p:blipFill>
            <a:blip r:embed="rId4" cstate="print">
              <a:alphaModFix amt="31000"/>
            </a:blip>
            <a:stretch>
              <a:fillRect/>
            </a:stretch>
          </p:blipFill>
          <p:spPr>
            <a:xfrm rot="4408896">
              <a:off x="7965524" y="2002850"/>
              <a:ext cx="1486300" cy="2644623"/>
            </a:xfrm>
            <a:prstGeom prst="rect">
              <a:avLst/>
            </a:prstGeom>
            <a:noFill/>
            <a:ln>
              <a:noFill/>
            </a:ln>
          </p:spPr>
        </p:pic>
      </p:grpSp>
      <p:sp>
        <p:nvSpPr>
          <p:cNvPr id="113" name="Google Shape;113;p15"/>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4" name="Google Shape;114;p15"/>
          <p:cNvSpPr txBox="1">
            <a:spLocks noGrp="1"/>
          </p:cNvSpPr>
          <p:nvPr>
            <p:ph type="title" idx="2"/>
          </p:nvPr>
        </p:nvSpPr>
        <p:spPr>
          <a:xfrm>
            <a:off x="18883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5" name="Google Shape;115;p15"/>
          <p:cNvSpPr txBox="1">
            <a:spLocks noGrp="1"/>
          </p:cNvSpPr>
          <p:nvPr>
            <p:ph type="title" idx="3" hasCustomPrompt="1"/>
          </p:nvPr>
        </p:nvSpPr>
        <p:spPr>
          <a:xfrm>
            <a:off x="24189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5"/>
          <p:cNvSpPr txBox="1">
            <a:spLocks noGrp="1"/>
          </p:cNvSpPr>
          <p:nvPr>
            <p:ph type="subTitle" idx="1"/>
          </p:nvPr>
        </p:nvSpPr>
        <p:spPr>
          <a:xfrm>
            <a:off x="18883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17" name="Google Shape;117;p15"/>
          <p:cNvSpPr txBox="1">
            <a:spLocks noGrp="1"/>
          </p:cNvSpPr>
          <p:nvPr>
            <p:ph type="title" idx="4"/>
          </p:nvPr>
        </p:nvSpPr>
        <p:spPr>
          <a:xfrm>
            <a:off x="45721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8" name="Google Shape;118;p15"/>
          <p:cNvSpPr txBox="1">
            <a:spLocks noGrp="1"/>
          </p:cNvSpPr>
          <p:nvPr>
            <p:ph type="title" idx="5" hasCustomPrompt="1"/>
          </p:nvPr>
        </p:nvSpPr>
        <p:spPr>
          <a:xfrm>
            <a:off x="51027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5"/>
          <p:cNvSpPr txBox="1">
            <a:spLocks noGrp="1"/>
          </p:cNvSpPr>
          <p:nvPr>
            <p:ph type="subTitle" idx="6"/>
          </p:nvPr>
        </p:nvSpPr>
        <p:spPr>
          <a:xfrm>
            <a:off x="45721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0" name="Google Shape;120;p15"/>
          <p:cNvSpPr txBox="1">
            <a:spLocks noGrp="1"/>
          </p:cNvSpPr>
          <p:nvPr>
            <p:ph type="title" idx="7"/>
          </p:nvPr>
        </p:nvSpPr>
        <p:spPr>
          <a:xfrm>
            <a:off x="18883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1" name="Google Shape;121;p15"/>
          <p:cNvSpPr txBox="1">
            <a:spLocks noGrp="1"/>
          </p:cNvSpPr>
          <p:nvPr>
            <p:ph type="title" idx="8" hasCustomPrompt="1"/>
          </p:nvPr>
        </p:nvSpPr>
        <p:spPr>
          <a:xfrm>
            <a:off x="24189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5"/>
          <p:cNvSpPr txBox="1">
            <a:spLocks noGrp="1"/>
          </p:cNvSpPr>
          <p:nvPr>
            <p:ph type="subTitle" idx="9"/>
          </p:nvPr>
        </p:nvSpPr>
        <p:spPr>
          <a:xfrm>
            <a:off x="18883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3" name="Google Shape;123;p15"/>
          <p:cNvSpPr txBox="1">
            <a:spLocks noGrp="1"/>
          </p:cNvSpPr>
          <p:nvPr>
            <p:ph type="title" idx="13"/>
          </p:nvPr>
        </p:nvSpPr>
        <p:spPr>
          <a:xfrm>
            <a:off x="45721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4" name="Google Shape;124;p15"/>
          <p:cNvSpPr txBox="1">
            <a:spLocks noGrp="1"/>
          </p:cNvSpPr>
          <p:nvPr>
            <p:ph type="title" idx="14" hasCustomPrompt="1"/>
          </p:nvPr>
        </p:nvSpPr>
        <p:spPr>
          <a:xfrm>
            <a:off x="51027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5"/>
          <p:cNvSpPr txBox="1">
            <a:spLocks noGrp="1"/>
          </p:cNvSpPr>
          <p:nvPr>
            <p:ph type="subTitle" idx="15"/>
          </p:nvPr>
        </p:nvSpPr>
        <p:spPr>
          <a:xfrm>
            <a:off x="45721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6"/>
        <p:cNvGrpSpPr/>
        <p:nvPr/>
      </p:nvGrpSpPr>
      <p:grpSpPr>
        <a:xfrm>
          <a:off x="0" y="0"/>
          <a:ext cx="0" cy="0"/>
          <a:chOff x="0" y="0"/>
          <a:chExt cx="0" cy="0"/>
        </a:xfrm>
      </p:grpSpPr>
      <p:pic>
        <p:nvPicPr>
          <p:cNvPr id="127" name="Google Shape;127;p16"/>
          <p:cNvPicPr preferRelativeResize="0"/>
          <p:nvPr/>
        </p:nvPicPr>
        <p:blipFill>
          <a:blip r:embed="rId2" cstate="print">
            <a:alphaModFix amt="57000"/>
          </a:blip>
          <a:stretch>
            <a:fillRect/>
          </a:stretch>
        </p:blipFill>
        <p:spPr>
          <a:xfrm rot="10800000">
            <a:off x="2" y="-939100"/>
            <a:ext cx="9144000" cy="5143500"/>
          </a:xfrm>
          <a:prstGeom prst="rect">
            <a:avLst/>
          </a:prstGeom>
          <a:noFill/>
          <a:ln>
            <a:noFill/>
          </a:ln>
        </p:spPr>
      </p:pic>
      <p:pic>
        <p:nvPicPr>
          <p:cNvPr id="128" name="Google Shape;128;p16"/>
          <p:cNvPicPr preferRelativeResize="0"/>
          <p:nvPr/>
        </p:nvPicPr>
        <p:blipFill>
          <a:blip r:embed="rId3" cstate="print">
            <a:alphaModFix amt="30000"/>
          </a:blip>
          <a:stretch>
            <a:fillRect/>
          </a:stretch>
        </p:blipFill>
        <p:spPr>
          <a:xfrm rot="10800000">
            <a:off x="0" y="-947289"/>
            <a:ext cx="9144003" cy="6098978"/>
          </a:xfrm>
          <a:prstGeom prst="rect">
            <a:avLst/>
          </a:prstGeom>
          <a:noFill/>
          <a:ln>
            <a:noFill/>
          </a:ln>
        </p:spPr>
      </p:pic>
      <p:sp>
        <p:nvSpPr>
          <p:cNvPr id="129" name="Google Shape;129;p16"/>
          <p:cNvSpPr txBox="1">
            <a:spLocks noGrp="1"/>
          </p:cNvSpPr>
          <p:nvPr>
            <p:ph type="title"/>
          </p:nvPr>
        </p:nvSpPr>
        <p:spPr>
          <a:xfrm flipH="1">
            <a:off x="2132450" y="1482875"/>
            <a:ext cx="49785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30" name="Google Shape;130;p16"/>
          <p:cNvSpPr txBox="1">
            <a:spLocks noGrp="1"/>
          </p:cNvSpPr>
          <p:nvPr>
            <p:ph type="subTitle" idx="1"/>
          </p:nvPr>
        </p:nvSpPr>
        <p:spPr>
          <a:xfrm flipH="1">
            <a:off x="2132450" y="2389840"/>
            <a:ext cx="4978500" cy="127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1"/>
        <p:cNvGrpSpPr/>
        <p:nvPr/>
      </p:nvGrpSpPr>
      <p:grpSpPr>
        <a:xfrm>
          <a:off x="0" y="0"/>
          <a:ext cx="0" cy="0"/>
          <a:chOff x="0" y="0"/>
          <a:chExt cx="0" cy="0"/>
        </a:xfrm>
      </p:grpSpPr>
      <p:pic>
        <p:nvPicPr>
          <p:cNvPr id="132" name="Google Shape;132;p1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3" name="Google Shape;133;p17"/>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500"/>
              <a:buNone/>
              <a:defRPr sz="2500"/>
            </a:lvl1pPr>
            <a:lvl2pPr lvl="1">
              <a:spcBef>
                <a:spcPts val="0"/>
              </a:spcBef>
              <a:spcAft>
                <a:spcPts val="0"/>
              </a:spcAft>
              <a:buSzPts val="3500"/>
              <a:buNone/>
              <a:defRPr>
                <a:latin typeface="Cardo"/>
                <a:ea typeface="Cardo"/>
                <a:cs typeface="Cardo"/>
                <a:sym typeface="Cardo"/>
              </a:defRPr>
            </a:lvl2pPr>
            <a:lvl3pPr lvl="2">
              <a:spcBef>
                <a:spcPts val="0"/>
              </a:spcBef>
              <a:spcAft>
                <a:spcPts val="0"/>
              </a:spcAft>
              <a:buSzPts val="3500"/>
              <a:buNone/>
              <a:defRPr>
                <a:latin typeface="Cardo"/>
                <a:ea typeface="Cardo"/>
                <a:cs typeface="Cardo"/>
                <a:sym typeface="Cardo"/>
              </a:defRPr>
            </a:lvl3pPr>
            <a:lvl4pPr lvl="3">
              <a:spcBef>
                <a:spcPts val="0"/>
              </a:spcBef>
              <a:spcAft>
                <a:spcPts val="0"/>
              </a:spcAft>
              <a:buSzPts val="3500"/>
              <a:buNone/>
              <a:defRPr>
                <a:latin typeface="Cardo"/>
                <a:ea typeface="Cardo"/>
                <a:cs typeface="Cardo"/>
                <a:sym typeface="Cardo"/>
              </a:defRPr>
            </a:lvl4pPr>
            <a:lvl5pPr lvl="4">
              <a:spcBef>
                <a:spcPts val="0"/>
              </a:spcBef>
              <a:spcAft>
                <a:spcPts val="0"/>
              </a:spcAft>
              <a:buSzPts val="3500"/>
              <a:buNone/>
              <a:defRPr>
                <a:latin typeface="Cardo"/>
                <a:ea typeface="Cardo"/>
                <a:cs typeface="Cardo"/>
                <a:sym typeface="Cardo"/>
              </a:defRPr>
            </a:lvl5pPr>
            <a:lvl6pPr lvl="5">
              <a:spcBef>
                <a:spcPts val="0"/>
              </a:spcBef>
              <a:spcAft>
                <a:spcPts val="0"/>
              </a:spcAft>
              <a:buSzPts val="3500"/>
              <a:buNone/>
              <a:defRPr>
                <a:latin typeface="Cardo"/>
                <a:ea typeface="Cardo"/>
                <a:cs typeface="Cardo"/>
                <a:sym typeface="Cardo"/>
              </a:defRPr>
            </a:lvl6pPr>
            <a:lvl7pPr lvl="6">
              <a:spcBef>
                <a:spcPts val="0"/>
              </a:spcBef>
              <a:spcAft>
                <a:spcPts val="0"/>
              </a:spcAft>
              <a:buSzPts val="3500"/>
              <a:buNone/>
              <a:defRPr>
                <a:latin typeface="Cardo"/>
                <a:ea typeface="Cardo"/>
                <a:cs typeface="Cardo"/>
                <a:sym typeface="Cardo"/>
              </a:defRPr>
            </a:lvl7pPr>
            <a:lvl8pPr lvl="7">
              <a:spcBef>
                <a:spcPts val="0"/>
              </a:spcBef>
              <a:spcAft>
                <a:spcPts val="0"/>
              </a:spcAft>
              <a:buSzPts val="3500"/>
              <a:buNone/>
              <a:defRPr>
                <a:latin typeface="Cardo"/>
                <a:ea typeface="Cardo"/>
                <a:cs typeface="Cardo"/>
                <a:sym typeface="Cardo"/>
              </a:defRPr>
            </a:lvl8pPr>
            <a:lvl9pPr lvl="8">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34;p17"/>
          <p:cNvGrpSpPr/>
          <p:nvPr/>
        </p:nvGrpSpPr>
        <p:grpSpPr>
          <a:xfrm>
            <a:off x="0" y="-805349"/>
            <a:ext cx="9763800" cy="7934649"/>
            <a:chOff x="0" y="-805349"/>
            <a:chExt cx="9763800" cy="7934649"/>
          </a:xfrm>
        </p:grpSpPr>
        <p:pic>
          <p:nvPicPr>
            <p:cNvPr id="135" name="Google Shape;135;p17"/>
            <p:cNvPicPr preferRelativeResize="0"/>
            <p:nvPr/>
          </p:nvPicPr>
          <p:blipFill>
            <a:blip r:embed="rId3" cstate="print">
              <a:alphaModFix amt="21000"/>
            </a:blip>
            <a:stretch>
              <a:fillRect/>
            </a:stretch>
          </p:blipFill>
          <p:spPr>
            <a:xfrm rot="-5400000">
              <a:off x="-2349749" y="2349750"/>
              <a:ext cx="7129298" cy="2429801"/>
            </a:xfrm>
            <a:prstGeom prst="rect">
              <a:avLst/>
            </a:prstGeom>
            <a:noFill/>
            <a:ln>
              <a:noFill/>
            </a:ln>
          </p:spPr>
        </p:pic>
        <p:pic>
          <p:nvPicPr>
            <p:cNvPr id="136" name="Google Shape;136;p17"/>
            <p:cNvPicPr preferRelativeResize="0"/>
            <p:nvPr/>
          </p:nvPicPr>
          <p:blipFill>
            <a:blip r:embed="rId4" cstate="print">
              <a:alphaModFix amt="40000"/>
            </a:blip>
            <a:stretch>
              <a:fillRect/>
            </a:stretch>
          </p:blipFill>
          <p:spPr>
            <a:xfrm>
              <a:off x="7439551" y="-805349"/>
              <a:ext cx="2324250" cy="2294753"/>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7"/>
        <p:cNvGrpSpPr/>
        <p:nvPr/>
      </p:nvGrpSpPr>
      <p:grpSpPr>
        <a:xfrm>
          <a:off x="0" y="0"/>
          <a:ext cx="0" cy="0"/>
          <a:chOff x="0" y="0"/>
          <a:chExt cx="0" cy="0"/>
        </a:xfrm>
      </p:grpSpPr>
      <p:pic>
        <p:nvPicPr>
          <p:cNvPr id="138" name="Google Shape;138;p1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9" name="Google Shape;139;p18"/>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pic>
        <p:nvPicPr>
          <p:cNvPr id="140" name="Google Shape;140;p18"/>
          <p:cNvPicPr preferRelativeResize="0"/>
          <p:nvPr/>
        </p:nvPicPr>
        <p:blipFill>
          <a:blip r:embed="rId3" cstate="print">
            <a:alphaModFix amt="60000"/>
          </a:blip>
          <a:stretch>
            <a:fillRect/>
          </a:stretch>
        </p:blipFill>
        <p:spPr>
          <a:xfrm>
            <a:off x="-1029327" y="3181250"/>
            <a:ext cx="2881223" cy="2929874"/>
          </a:xfrm>
          <a:prstGeom prst="rect">
            <a:avLst/>
          </a:prstGeom>
          <a:noFill/>
          <a:ln>
            <a:noFill/>
          </a:ln>
        </p:spPr>
      </p:pic>
      <p:pic>
        <p:nvPicPr>
          <p:cNvPr id="141" name="Google Shape;141;p18"/>
          <p:cNvPicPr preferRelativeResize="0"/>
          <p:nvPr/>
        </p:nvPicPr>
        <p:blipFill>
          <a:blip r:embed="rId4" cstate="print">
            <a:alphaModFix/>
          </a:blip>
          <a:stretch>
            <a:fillRect/>
          </a:stretch>
        </p:blipFill>
        <p:spPr>
          <a:xfrm rot="9116214">
            <a:off x="7511526" y="565727"/>
            <a:ext cx="2981601" cy="40120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42"/>
        <p:cNvGrpSpPr/>
        <p:nvPr/>
      </p:nvGrpSpPr>
      <p:grpSpPr>
        <a:xfrm>
          <a:off x="0" y="0"/>
          <a:ext cx="0" cy="0"/>
          <a:chOff x="0" y="0"/>
          <a:chExt cx="0" cy="0"/>
        </a:xfrm>
      </p:grpSpPr>
      <p:pic>
        <p:nvPicPr>
          <p:cNvPr id="143" name="Google Shape;143;p1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44;p19"/>
          <p:cNvGrpSpPr/>
          <p:nvPr/>
        </p:nvGrpSpPr>
        <p:grpSpPr>
          <a:xfrm>
            <a:off x="-576577" y="-1474725"/>
            <a:ext cx="10363825" cy="2929874"/>
            <a:chOff x="-576577" y="-1227375"/>
            <a:chExt cx="10363825" cy="2929874"/>
          </a:xfrm>
        </p:grpSpPr>
        <p:pic>
          <p:nvPicPr>
            <p:cNvPr id="145" name="Google Shape;145;p19"/>
            <p:cNvPicPr preferRelativeResize="0"/>
            <p:nvPr/>
          </p:nvPicPr>
          <p:blipFill>
            <a:blip r:embed="rId3" cstate="print">
              <a:alphaModFix amt="52000"/>
            </a:blip>
            <a:stretch>
              <a:fillRect/>
            </a:stretch>
          </p:blipFill>
          <p:spPr>
            <a:xfrm flipH="1">
              <a:off x="7474223" y="-1184322"/>
              <a:ext cx="2313025" cy="2519726"/>
            </a:xfrm>
            <a:prstGeom prst="rect">
              <a:avLst/>
            </a:prstGeom>
            <a:noFill/>
            <a:ln>
              <a:noFill/>
            </a:ln>
          </p:spPr>
        </p:pic>
        <p:pic>
          <p:nvPicPr>
            <p:cNvPr id="146" name="Google Shape;146;p19"/>
            <p:cNvPicPr preferRelativeResize="0"/>
            <p:nvPr/>
          </p:nvPicPr>
          <p:blipFill>
            <a:blip r:embed="rId4" cstate="print">
              <a:alphaModFix amt="57000"/>
            </a:blip>
            <a:stretch>
              <a:fillRect/>
            </a:stretch>
          </p:blipFill>
          <p:spPr>
            <a:xfrm>
              <a:off x="-576577" y="-1227375"/>
              <a:ext cx="2881223" cy="2929874"/>
            </a:xfrm>
            <a:prstGeom prst="rect">
              <a:avLst/>
            </a:prstGeom>
            <a:noFill/>
            <a:ln>
              <a:noFill/>
            </a:ln>
          </p:spPr>
        </p:pic>
      </p:grpSp>
      <p:sp>
        <p:nvSpPr>
          <p:cNvPr id="147" name="Google Shape;147;p19"/>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48"/>
        <p:cNvGrpSpPr/>
        <p:nvPr/>
      </p:nvGrpSpPr>
      <p:grpSpPr>
        <a:xfrm>
          <a:off x="0" y="0"/>
          <a:ext cx="0" cy="0"/>
          <a:chOff x="0" y="0"/>
          <a:chExt cx="0" cy="0"/>
        </a:xfrm>
      </p:grpSpPr>
      <p:pic>
        <p:nvPicPr>
          <p:cNvPr id="149" name="Google Shape;149;p2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0" name="Google Shape;150;p20"/>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1;p20"/>
          <p:cNvGrpSpPr/>
          <p:nvPr/>
        </p:nvGrpSpPr>
        <p:grpSpPr>
          <a:xfrm>
            <a:off x="-1846500" y="-1386399"/>
            <a:ext cx="11304528" cy="8107960"/>
            <a:chOff x="-1846500" y="-1386399"/>
            <a:chExt cx="11304528" cy="8107960"/>
          </a:xfrm>
        </p:grpSpPr>
        <p:pic>
          <p:nvPicPr>
            <p:cNvPr id="152" name="Google Shape;152;p2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153" name="Google Shape;153;p20"/>
            <p:cNvPicPr preferRelativeResize="0"/>
            <p:nvPr/>
          </p:nvPicPr>
          <p:blipFill>
            <a:blip r:embed="rId4" cstate="print">
              <a:alphaModFix amt="47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54"/>
        <p:cNvGrpSpPr/>
        <p:nvPr/>
      </p:nvGrpSpPr>
      <p:grpSpPr>
        <a:xfrm>
          <a:off x="0" y="0"/>
          <a:ext cx="0" cy="0"/>
          <a:chOff x="0" y="0"/>
          <a:chExt cx="0" cy="0"/>
        </a:xfrm>
      </p:grpSpPr>
      <p:pic>
        <p:nvPicPr>
          <p:cNvPr id="155" name="Google Shape;155;p2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6" name="Google Shape;156;p21"/>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7;p21"/>
          <p:cNvGrpSpPr/>
          <p:nvPr/>
        </p:nvGrpSpPr>
        <p:grpSpPr>
          <a:xfrm>
            <a:off x="-2260370" y="-3743099"/>
            <a:ext cx="14611870" cy="7885148"/>
            <a:chOff x="-2459845" y="-4046299"/>
            <a:chExt cx="14611870" cy="7885148"/>
          </a:xfrm>
        </p:grpSpPr>
        <p:pic>
          <p:nvPicPr>
            <p:cNvPr id="158" name="Google Shape;158;p21"/>
            <p:cNvPicPr preferRelativeResize="0"/>
            <p:nvPr/>
          </p:nvPicPr>
          <p:blipFill>
            <a:blip r:embed="rId3" cstate="print">
              <a:alphaModFix amt="32000"/>
            </a:blip>
            <a:stretch>
              <a:fillRect/>
            </a:stretch>
          </p:blipFill>
          <p:spPr>
            <a:xfrm rot="-10558877">
              <a:off x="-2298947" y="-1597926"/>
              <a:ext cx="3030302" cy="4698000"/>
            </a:xfrm>
            <a:prstGeom prst="rect">
              <a:avLst/>
            </a:prstGeom>
            <a:noFill/>
            <a:ln>
              <a:noFill/>
            </a:ln>
          </p:spPr>
        </p:pic>
        <p:pic>
          <p:nvPicPr>
            <p:cNvPr id="159" name="Google Shape;159;p21"/>
            <p:cNvPicPr preferRelativeResize="0"/>
            <p:nvPr/>
          </p:nvPicPr>
          <p:blipFill>
            <a:blip r:embed="rId4" cstate="print">
              <a:alphaModFix amt="50000"/>
            </a:blip>
            <a:stretch>
              <a:fillRect/>
            </a:stretch>
          </p:blipFill>
          <p:spPr>
            <a:xfrm>
              <a:off x="8428901" y="-4046299"/>
              <a:ext cx="3723124" cy="788514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60"/>
        <p:cNvGrpSpPr/>
        <p:nvPr/>
      </p:nvGrpSpPr>
      <p:grpSpPr>
        <a:xfrm>
          <a:off x="0" y="0"/>
          <a:ext cx="0" cy="0"/>
          <a:chOff x="0" y="0"/>
          <a:chExt cx="0" cy="0"/>
        </a:xfrm>
      </p:grpSpPr>
      <p:pic>
        <p:nvPicPr>
          <p:cNvPr id="161" name="Google Shape;161;p2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2" name="Google Shape;162;p22"/>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63"/>
        <p:cNvGrpSpPr/>
        <p:nvPr/>
      </p:nvGrpSpPr>
      <p:grpSpPr>
        <a:xfrm>
          <a:off x="0" y="0"/>
          <a:ext cx="0" cy="0"/>
          <a:chOff x="0" y="0"/>
          <a:chExt cx="0" cy="0"/>
        </a:xfrm>
      </p:grpSpPr>
      <p:pic>
        <p:nvPicPr>
          <p:cNvPr id="164" name="Google Shape;164;p2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5" name="Google Shape;165;p23"/>
          <p:cNvSpPr txBox="1">
            <a:spLocks noGrp="1"/>
          </p:cNvSpPr>
          <p:nvPr>
            <p:ph type="title"/>
          </p:nvPr>
        </p:nvSpPr>
        <p:spPr>
          <a:xfrm>
            <a:off x="4237673" y="1775425"/>
            <a:ext cx="27684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66" name="Google Shape;166;p23"/>
          <p:cNvSpPr txBox="1">
            <a:spLocks noGrp="1"/>
          </p:cNvSpPr>
          <p:nvPr>
            <p:ph type="title" idx="2" hasCustomPrompt="1"/>
          </p:nvPr>
        </p:nvSpPr>
        <p:spPr>
          <a:xfrm>
            <a:off x="2474011" y="1592863"/>
            <a:ext cx="2112300" cy="1413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7" name="Google Shape;167;p23"/>
          <p:cNvSpPr txBox="1">
            <a:spLocks noGrp="1"/>
          </p:cNvSpPr>
          <p:nvPr>
            <p:ph type="subTitle" idx="1"/>
          </p:nvPr>
        </p:nvSpPr>
        <p:spPr>
          <a:xfrm>
            <a:off x="4237673" y="3149536"/>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168" name="Google Shape;168;p23"/>
          <p:cNvPicPr preferRelativeResize="0"/>
          <p:nvPr/>
        </p:nvPicPr>
        <p:blipFill>
          <a:blip r:embed="rId3" cstate="print">
            <a:alphaModFix amt="30000"/>
          </a:blip>
          <a:stretch>
            <a:fillRect/>
          </a:stretch>
        </p:blipFill>
        <p:spPr>
          <a:xfrm>
            <a:off x="0" y="-5"/>
            <a:ext cx="9144003" cy="3116462"/>
          </a:xfrm>
          <a:prstGeom prst="rect">
            <a:avLst/>
          </a:prstGeom>
          <a:noFill/>
          <a:ln>
            <a:noFill/>
          </a:ln>
        </p:spPr>
      </p:pic>
      <p:pic>
        <p:nvPicPr>
          <p:cNvPr id="169" name="Google Shape;169;p23"/>
          <p:cNvPicPr preferRelativeResize="0"/>
          <p:nvPr/>
        </p:nvPicPr>
        <p:blipFill>
          <a:blip r:embed="rId4" cstate="print">
            <a:alphaModFix amt="49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70"/>
        <p:cNvGrpSpPr/>
        <p:nvPr/>
      </p:nvGrpSpPr>
      <p:grpSpPr>
        <a:xfrm>
          <a:off x="0" y="0"/>
          <a:ext cx="0" cy="0"/>
          <a:chOff x="0" y="0"/>
          <a:chExt cx="0" cy="0"/>
        </a:xfrm>
      </p:grpSpPr>
      <p:pic>
        <p:nvPicPr>
          <p:cNvPr id="171" name="Google Shape;171;p2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2" name="Google Shape;172;p24"/>
          <p:cNvPicPr preferRelativeResize="0"/>
          <p:nvPr/>
        </p:nvPicPr>
        <p:blipFill>
          <a:blip r:embed="rId3" cstate="print">
            <a:alphaModFix amt="30000"/>
          </a:blip>
          <a:stretch>
            <a:fillRect/>
          </a:stretch>
        </p:blipFill>
        <p:spPr>
          <a:xfrm>
            <a:off x="0" y="-7"/>
            <a:ext cx="9144003" cy="6094507"/>
          </a:xfrm>
          <a:prstGeom prst="rect">
            <a:avLst/>
          </a:prstGeom>
          <a:noFill/>
          <a:ln>
            <a:noFill/>
          </a:ln>
        </p:spPr>
      </p:pic>
      <p:pic>
        <p:nvPicPr>
          <p:cNvPr id="173" name="Google Shape;173;p24"/>
          <p:cNvPicPr preferRelativeResize="0"/>
          <p:nvPr/>
        </p:nvPicPr>
        <p:blipFill>
          <a:blip r:embed="rId4" cstate="print">
            <a:alphaModFix amt="44000"/>
          </a:blip>
          <a:stretch>
            <a:fillRect/>
          </a:stretch>
        </p:blipFill>
        <p:spPr>
          <a:xfrm>
            <a:off x="-844998" y="-1237050"/>
            <a:ext cx="4705600" cy="4785050"/>
          </a:xfrm>
          <a:prstGeom prst="rect">
            <a:avLst/>
          </a:prstGeom>
          <a:noFill/>
          <a:ln>
            <a:noFill/>
          </a:ln>
        </p:spPr>
      </p:pic>
      <p:sp>
        <p:nvSpPr>
          <p:cNvPr id="174" name="Google Shape;174;p24"/>
          <p:cNvSpPr txBox="1">
            <a:spLocks noGrp="1"/>
          </p:cNvSpPr>
          <p:nvPr>
            <p:ph type="title"/>
          </p:nvPr>
        </p:nvSpPr>
        <p:spPr>
          <a:xfrm>
            <a:off x="1887557" y="1850495"/>
            <a:ext cx="29718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75" name="Google Shape;175;p24"/>
          <p:cNvSpPr txBox="1">
            <a:spLocks noGrp="1"/>
          </p:cNvSpPr>
          <p:nvPr>
            <p:ph type="title" idx="2" hasCustomPrompt="1"/>
          </p:nvPr>
        </p:nvSpPr>
        <p:spPr>
          <a:xfrm>
            <a:off x="5091347" y="1436750"/>
            <a:ext cx="2165100" cy="1867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6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76" name="Google Shape;176;p24"/>
          <p:cNvSpPr txBox="1">
            <a:spLocks noGrp="1"/>
          </p:cNvSpPr>
          <p:nvPr>
            <p:ph type="subTitle" idx="1"/>
          </p:nvPr>
        </p:nvSpPr>
        <p:spPr>
          <a:xfrm>
            <a:off x="1892557" y="3192962"/>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77"/>
        <p:cNvGrpSpPr/>
        <p:nvPr/>
      </p:nvGrpSpPr>
      <p:grpSpPr>
        <a:xfrm>
          <a:off x="0" y="0"/>
          <a:ext cx="0" cy="0"/>
          <a:chOff x="0" y="0"/>
          <a:chExt cx="0" cy="0"/>
        </a:xfrm>
      </p:grpSpPr>
      <p:pic>
        <p:nvPicPr>
          <p:cNvPr id="178" name="Google Shape;178;p2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9" name="Google Shape;179;p25"/>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grpSp>
        <p:nvGrpSpPr>
          <p:cNvPr id="2" name="Google Shape;180;p25"/>
          <p:cNvGrpSpPr/>
          <p:nvPr/>
        </p:nvGrpSpPr>
        <p:grpSpPr>
          <a:xfrm>
            <a:off x="7353187" y="285158"/>
            <a:ext cx="1435761" cy="1460042"/>
            <a:chOff x="557362" y="374583"/>
            <a:chExt cx="1435761" cy="1460042"/>
          </a:xfrm>
        </p:grpSpPr>
        <p:pic>
          <p:nvPicPr>
            <p:cNvPr id="181" name="Google Shape;181;p25"/>
            <p:cNvPicPr preferRelativeResize="0"/>
            <p:nvPr/>
          </p:nvPicPr>
          <p:blipFill>
            <a:blip r:embed="rId4" cstate="print">
              <a:alphaModFix amt="49000"/>
            </a:blip>
            <a:stretch>
              <a:fillRect/>
            </a:stretch>
          </p:blipFill>
          <p:spPr>
            <a:xfrm>
              <a:off x="715100" y="535000"/>
              <a:ext cx="1278024" cy="1299625"/>
            </a:xfrm>
            <a:prstGeom prst="rect">
              <a:avLst/>
            </a:prstGeom>
            <a:noFill/>
            <a:ln>
              <a:noFill/>
            </a:ln>
          </p:spPr>
        </p:pic>
        <p:pic>
          <p:nvPicPr>
            <p:cNvPr id="182" name="Google Shape;182;p25"/>
            <p:cNvPicPr preferRelativeResize="0"/>
            <p:nvPr/>
          </p:nvPicPr>
          <p:blipFill>
            <a:blip r:embed="rId5" cstate="print">
              <a:alphaModFix amt="44000"/>
            </a:blip>
            <a:stretch>
              <a:fillRect/>
            </a:stretch>
          </p:blipFill>
          <p:spPr>
            <a:xfrm flipH="1">
              <a:off x="557362" y="374583"/>
              <a:ext cx="315473" cy="320824"/>
            </a:xfrm>
            <a:prstGeom prst="rect">
              <a:avLst/>
            </a:prstGeom>
            <a:noFill/>
            <a:ln>
              <a:noFill/>
            </a:ln>
          </p:spPr>
        </p:pic>
      </p:grpSp>
      <p:sp>
        <p:nvSpPr>
          <p:cNvPr id="183" name="Google Shape;183;p25"/>
          <p:cNvSpPr txBox="1">
            <a:spLocks noGrp="1"/>
          </p:cNvSpPr>
          <p:nvPr>
            <p:ph type="title"/>
          </p:nvPr>
        </p:nvSpPr>
        <p:spPr>
          <a:xfrm>
            <a:off x="2655850" y="1107700"/>
            <a:ext cx="38322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84" name="Google Shape;184;p25"/>
          <p:cNvSpPr txBox="1">
            <a:spLocks noGrp="1"/>
          </p:cNvSpPr>
          <p:nvPr>
            <p:ph type="title" idx="2" hasCustomPrompt="1"/>
          </p:nvPr>
        </p:nvSpPr>
        <p:spPr>
          <a:xfrm>
            <a:off x="2996500" y="3147250"/>
            <a:ext cx="31509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5" name="Google Shape;185;p25"/>
          <p:cNvSpPr txBox="1">
            <a:spLocks noGrp="1"/>
          </p:cNvSpPr>
          <p:nvPr>
            <p:ph type="subTitle" idx="1"/>
          </p:nvPr>
        </p:nvSpPr>
        <p:spPr>
          <a:xfrm>
            <a:off x="3187750" y="2483994"/>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86"/>
        <p:cNvGrpSpPr/>
        <p:nvPr/>
      </p:nvGrpSpPr>
      <p:grpSpPr>
        <a:xfrm>
          <a:off x="0" y="0"/>
          <a:ext cx="0" cy="0"/>
          <a:chOff x="0" y="0"/>
          <a:chExt cx="0" cy="0"/>
        </a:xfrm>
      </p:grpSpPr>
      <p:pic>
        <p:nvPicPr>
          <p:cNvPr id="187" name="Google Shape;187;p2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88" name="Google Shape;188;p26"/>
          <p:cNvPicPr preferRelativeResize="0"/>
          <p:nvPr/>
        </p:nvPicPr>
        <p:blipFill>
          <a:blip r:embed="rId3" cstate="print">
            <a:alphaModFix amt="30000"/>
          </a:blip>
          <a:stretch>
            <a:fillRect/>
          </a:stretch>
        </p:blipFill>
        <p:spPr>
          <a:xfrm rot="10800000">
            <a:off x="0" y="-431300"/>
            <a:ext cx="9144003" cy="6098975"/>
          </a:xfrm>
          <a:prstGeom prst="rect">
            <a:avLst/>
          </a:prstGeom>
          <a:noFill/>
          <a:ln>
            <a:noFill/>
          </a:ln>
        </p:spPr>
      </p:pic>
      <p:sp>
        <p:nvSpPr>
          <p:cNvPr id="189" name="Google Shape;189;p26"/>
          <p:cNvSpPr txBox="1">
            <a:spLocks noGrp="1"/>
          </p:cNvSpPr>
          <p:nvPr>
            <p:ph type="title"/>
          </p:nvPr>
        </p:nvSpPr>
        <p:spPr>
          <a:xfrm>
            <a:off x="3992510" y="1565802"/>
            <a:ext cx="38322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0" name="Google Shape;190;p26"/>
          <p:cNvSpPr txBox="1">
            <a:spLocks noGrp="1"/>
          </p:cNvSpPr>
          <p:nvPr>
            <p:ph type="title" idx="2" hasCustomPrompt="1"/>
          </p:nvPr>
        </p:nvSpPr>
        <p:spPr>
          <a:xfrm>
            <a:off x="2265764" y="1514510"/>
            <a:ext cx="3150900" cy="1079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91" name="Google Shape;191;p26"/>
          <p:cNvSpPr txBox="1">
            <a:spLocks noGrp="1"/>
          </p:cNvSpPr>
          <p:nvPr>
            <p:ph type="subTitle" idx="1"/>
          </p:nvPr>
        </p:nvSpPr>
        <p:spPr>
          <a:xfrm>
            <a:off x="3992510" y="2929678"/>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92"/>
        <p:cNvGrpSpPr/>
        <p:nvPr/>
      </p:nvGrpSpPr>
      <p:grpSpPr>
        <a:xfrm>
          <a:off x="0" y="0"/>
          <a:ext cx="0" cy="0"/>
          <a:chOff x="0" y="0"/>
          <a:chExt cx="0" cy="0"/>
        </a:xfrm>
      </p:grpSpPr>
      <p:pic>
        <p:nvPicPr>
          <p:cNvPr id="193" name="Google Shape;193;p2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94;p27"/>
          <p:cNvGrpSpPr/>
          <p:nvPr/>
        </p:nvGrpSpPr>
        <p:grpSpPr>
          <a:xfrm>
            <a:off x="-663524" y="-279925"/>
            <a:ext cx="5639853" cy="7085221"/>
            <a:chOff x="-663524" y="-279925"/>
            <a:chExt cx="5639853" cy="7085221"/>
          </a:xfrm>
        </p:grpSpPr>
        <p:pic>
          <p:nvPicPr>
            <p:cNvPr id="195" name="Google Shape;195;p27"/>
            <p:cNvPicPr preferRelativeResize="0"/>
            <p:nvPr/>
          </p:nvPicPr>
          <p:blipFill>
            <a:blip r:embed="rId3" cstate="print">
              <a:alphaModFix amt="26000"/>
            </a:blip>
            <a:stretch>
              <a:fillRect/>
            </a:stretch>
          </p:blipFill>
          <p:spPr>
            <a:xfrm rot="8851044" flipH="1">
              <a:off x="905324" y="1640501"/>
              <a:ext cx="3042426" cy="4716799"/>
            </a:xfrm>
            <a:prstGeom prst="rect">
              <a:avLst/>
            </a:prstGeom>
            <a:noFill/>
            <a:ln>
              <a:noFill/>
            </a:ln>
          </p:spPr>
        </p:pic>
        <p:pic>
          <p:nvPicPr>
            <p:cNvPr id="196" name="Google Shape;196;p27"/>
            <p:cNvPicPr preferRelativeResize="0"/>
            <p:nvPr/>
          </p:nvPicPr>
          <p:blipFill>
            <a:blip r:embed="rId4" cstate="print">
              <a:alphaModFix amt="37000"/>
            </a:blip>
            <a:stretch>
              <a:fillRect/>
            </a:stretch>
          </p:blipFill>
          <p:spPr>
            <a:xfrm>
              <a:off x="1578325" y="-229924"/>
              <a:ext cx="660099" cy="671252"/>
            </a:xfrm>
            <a:prstGeom prst="rect">
              <a:avLst/>
            </a:prstGeom>
            <a:noFill/>
            <a:ln>
              <a:noFill/>
            </a:ln>
          </p:spPr>
        </p:pic>
        <p:pic>
          <p:nvPicPr>
            <p:cNvPr id="197" name="Google Shape;197;p27"/>
            <p:cNvPicPr preferRelativeResize="0"/>
            <p:nvPr/>
          </p:nvPicPr>
          <p:blipFill>
            <a:blip r:embed="rId5" cstate="print">
              <a:alphaModFix amt="33000"/>
            </a:blip>
            <a:stretch>
              <a:fillRect/>
            </a:stretch>
          </p:blipFill>
          <p:spPr>
            <a:xfrm flipH="1">
              <a:off x="-663524" y="-279925"/>
              <a:ext cx="1947024" cy="1980027"/>
            </a:xfrm>
            <a:prstGeom prst="rect">
              <a:avLst/>
            </a:prstGeom>
            <a:noFill/>
            <a:ln>
              <a:noFill/>
            </a:ln>
          </p:spPr>
        </p:pic>
      </p:grpSp>
      <p:sp>
        <p:nvSpPr>
          <p:cNvPr id="198" name="Google Shape;198;p27"/>
          <p:cNvSpPr txBox="1">
            <a:spLocks noGrp="1"/>
          </p:cNvSpPr>
          <p:nvPr>
            <p:ph type="title"/>
          </p:nvPr>
        </p:nvSpPr>
        <p:spPr>
          <a:xfrm>
            <a:off x="1976457" y="1562421"/>
            <a:ext cx="31509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9" name="Google Shape;199;p27"/>
          <p:cNvSpPr txBox="1">
            <a:spLocks noGrp="1"/>
          </p:cNvSpPr>
          <p:nvPr>
            <p:ph type="title" idx="2" hasCustomPrompt="1"/>
          </p:nvPr>
        </p:nvSpPr>
        <p:spPr>
          <a:xfrm>
            <a:off x="3748582" y="1549507"/>
            <a:ext cx="3150900" cy="1079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00" name="Google Shape;200;p27"/>
          <p:cNvSpPr txBox="1">
            <a:spLocks noGrp="1"/>
          </p:cNvSpPr>
          <p:nvPr>
            <p:ph type="subTitle" idx="1"/>
          </p:nvPr>
        </p:nvSpPr>
        <p:spPr>
          <a:xfrm>
            <a:off x="2155557" y="2933311"/>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01"/>
        <p:cNvGrpSpPr/>
        <p:nvPr/>
      </p:nvGrpSpPr>
      <p:grpSpPr>
        <a:xfrm>
          <a:off x="0" y="0"/>
          <a:ext cx="0" cy="0"/>
          <a:chOff x="0" y="0"/>
          <a:chExt cx="0" cy="0"/>
        </a:xfrm>
      </p:grpSpPr>
      <p:pic>
        <p:nvPicPr>
          <p:cNvPr id="202" name="Google Shape;202;p2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03" name="Google Shape;203;p28"/>
          <p:cNvSpPr txBox="1">
            <a:spLocks noGrp="1"/>
          </p:cNvSpPr>
          <p:nvPr>
            <p:ph type="title"/>
          </p:nvPr>
        </p:nvSpPr>
        <p:spPr>
          <a:xfrm>
            <a:off x="3865000" y="3575328"/>
            <a:ext cx="45639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1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lang="en-US"/>
              <a:t>Click to edit Master title style</a:t>
            </a:r>
            <a:endParaRPr/>
          </a:p>
        </p:txBody>
      </p:sp>
      <p:sp>
        <p:nvSpPr>
          <p:cNvPr id="204" name="Google Shape;204;p28"/>
          <p:cNvSpPr txBox="1">
            <a:spLocks noGrp="1"/>
          </p:cNvSpPr>
          <p:nvPr>
            <p:ph type="subTitle" idx="1"/>
          </p:nvPr>
        </p:nvSpPr>
        <p:spPr>
          <a:xfrm>
            <a:off x="2462250" y="1347275"/>
            <a:ext cx="5967000" cy="2077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None/>
              <a:defRPr sz="3000">
                <a:solidFill>
                  <a:schemeClr val="dk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r>
              <a:rPr lang="en-US"/>
              <a:t>Click to edit Master subtitle style</a:t>
            </a:r>
            <a:endParaRPr/>
          </a:p>
        </p:txBody>
      </p:sp>
      <p:pic>
        <p:nvPicPr>
          <p:cNvPr id="205" name="Google Shape;205;p28"/>
          <p:cNvPicPr preferRelativeResize="0"/>
          <p:nvPr/>
        </p:nvPicPr>
        <p:blipFill>
          <a:blip r:embed="rId3" cstate="print">
            <a:alphaModFix amt="21000"/>
          </a:blip>
          <a:stretch>
            <a:fillRect/>
          </a:stretch>
        </p:blipFill>
        <p:spPr>
          <a:xfrm rot="1586418">
            <a:off x="-764950" y="60749"/>
            <a:ext cx="3165078" cy="4906957"/>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06"/>
        <p:cNvGrpSpPr/>
        <p:nvPr/>
      </p:nvGrpSpPr>
      <p:grpSpPr>
        <a:xfrm>
          <a:off x="0" y="0"/>
          <a:ext cx="0" cy="0"/>
          <a:chOff x="0" y="0"/>
          <a:chExt cx="0" cy="0"/>
        </a:xfrm>
      </p:grpSpPr>
      <p:pic>
        <p:nvPicPr>
          <p:cNvPr id="207" name="Google Shape;207;p2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08;p29"/>
          <p:cNvGrpSpPr/>
          <p:nvPr/>
        </p:nvGrpSpPr>
        <p:grpSpPr>
          <a:xfrm>
            <a:off x="-1078051" y="-828301"/>
            <a:ext cx="10800649" cy="6495486"/>
            <a:chOff x="-1078051" y="-828301"/>
            <a:chExt cx="10800649" cy="6495486"/>
          </a:xfrm>
        </p:grpSpPr>
        <p:pic>
          <p:nvPicPr>
            <p:cNvPr id="209" name="Google Shape;209;p29"/>
            <p:cNvPicPr preferRelativeResize="0"/>
            <p:nvPr/>
          </p:nvPicPr>
          <p:blipFill>
            <a:blip r:embed="rId3" cstate="print">
              <a:alphaModFix amt="44000"/>
            </a:blip>
            <a:stretch>
              <a:fillRect/>
            </a:stretch>
          </p:blipFill>
          <p:spPr>
            <a:xfrm rot="4499998">
              <a:off x="517536" y="-1566832"/>
              <a:ext cx="2446178" cy="5180760"/>
            </a:xfrm>
            <a:prstGeom prst="rect">
              <a:avLst/>
            </a:prstGeom>
            <a:noFill/>
            <a:ln>
              <a:noFill/>
            </a:ln>
          </p:spPr>
        </p:pic>
        <p:pic>
          <p:nvPicPr>
            <p:cNvPr id="210" name="Google Shape;210;p29"/>
            <p:cNvPicPr preferRelativeResize="0"/>
            <p:nvPr/>
          </p:nvPicPr>
          <p:blipFill>
            <a:blip r:embed="rId4" cstate="print">
              <a:alphaModFix amt="34000"/>
            </a:blip>
            <a:stretch>
              <a:fillRect/>
            </a:stretch>
          </p:blipFill>
          <p:spPr>
            <a:xfrm rot="4932521">
              <a:off x="7662897" y="3595450"/>
              <a:ext cx="1859885" cy="2026087"/>
            </a:xfrm>
            <a:prstGeom prst="rect">
              <a:avLst/>
            </a:prstGeom>
            <a:noFill/>
            <a:ln>
              <a:noFill/>
            </a:ln>
          </p:spPr>
        </p:pic>
      </p:grpSp>
      <p:sp>
        <p:nvSpPr>
          <p:cNvPr id="211" name="Google Shape;211;p29"/>
          <p:cNvSpPr txBox="1">
            <a:spLocks noGrp="1"/>
          </p:cNvSpPr>
          <p:nvPr>
            <p:ph type="subTitle" idx="1"/>
          </p:nvPr>
        </p:nvSpPr>
        <p:spPr>
          <a:xfrm>
            <a:off x="720000" y="3603150"/>
            <a:ext cx="2586600" cy="10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2" name="Google Shape;212;p29"/>
          <p:cNvSpPr txBox="1">
            <a:spLocks noGrp="1"/>
          </p:cNvSpPr>
          <p:nvPr>
            <p:ph type="title"/>
          </p:nvPr>
        </p:nvSpPr>
        <p:spPr>
          <a:xfrm>
            <a:off x="720000" y="2328775"/>
            <a:ext cx="2586600" cy="1076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13"/>
        <p:cNvGrpSpPr/>
        <p:nvPr/>
      </p:nvGrpSpPr>
      <p:grpSpPr>
        <a:xfrm>
          <a:off x="0" y="0"/>
          <a:ext cx="0" cy="0"/>
          <a:chOff x="0" y="0"/>
          <a:chExt cx="0" cy="0"/>
        </a:xfrm>
      </p:grpSpPr>
      <p:pic>
        <p:nvPicPr>
          <p:cNvPr id="214" name="Google Shape;214;p3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15" name="Google Shape;215;p30"/>
          <p:cNvPicPr preferRelativeResize="0"/>
          <p:nvPr/>
        </p:nvPicPr>
        <p:blipFill>
          <a:blip r:embed="rId3" cstate="print">
            <a:alphaModFix amt="17000"/>
          </a:blip>
          <a:stretch>
            <a:fillRect/>
          </a:stretch>
        </p:blipFill>
        <p:spPr>
          <a:xfrm flipH="1">
            <a:off x="0" y="-5"/>
            <a:ext cx="9144003" cy="3116462"/>
          </a:xfrm>
          <a:prstGeom prst="rect">
            <a:avLst/>
          </a:prstGeom>
          <a:noFill/>
          <a:ln>
            <a:noFill/>
          </a:ln>
        </p:spPr>
      </p:pic>
      <p:sp>
        <p:nvSpPr>
          <p:cNvPr id="216" name="Google Shape;216;p30"/>
          <p:cNvSpPr txBox="1">
            <a:spLocks noGrp="1"/>
          </p:cNvSpPr>
          <p:nvPr>
            <p:ph type="subTitle" idx="1"/>
          </p:nvPr>
        </p:nvSpPr>
        <p:spPr>
          <a:xfrm>
            <a:off x="715100" y="2935500"/>
            <a:ext cx="3180600" cy="109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7" name="Google Shape;217;p30"/>
          <p:cNvSpPr txBox="1">
            <a:spLocks noGrp="1"/>
          </p:cNvSpPr>
          <p:nvPr>
            <p:ph type="title"/>
          </p:nvPr>
        </p:nvSpPr>
        <p:spPr>
          <a:xfrm>
            <a:off x="715100" y="1341800"/>
            <a:ext cx="3751800" cy="1395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18"/>
        <p:cNvGrpSpPr/>
        <p:nvPr/>
      </p:nvGrpSpPr>
      <p:grpSpPr>
        <a:xfrm>
          <a:off x="0" y="0"/>
          <a:ext cx="0" cy="0"/>
          <a:chOff x="0" y="0"/>
          <a:chExt cx="0" cy="0"/>
        </a:xfrm>
      </p:grpSpPr>
      <p:pic>
        <p:nvPicPr>
          <p:cNvPr id="219" name="Google Shape;219;p3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0" name="Google Shape;220;p31"/>
          <p:cNvPicPr preferRelativeResize="0"/>
          <p:nvPr/>
        </p:nvPicPr>
        <p:blipFill>
          <a:blip r:embed="rId3" cstate="print">
            <a:alphaModFix amt="15000"/>
          </a:blip>
          <a:stretch>
            <a:fillRect/>
          </a:stretch>
        </p:blipFill>
        <p:spPr>
          <a:xfrm flipH="1">
            <a:off x="0" y="-5"/>
            <a:ext cx="9144003" cy="3116462"/>
          </a:xfrm>
          <a:prstGeom prst="rect">
            <a:avLst/>
          </a:prstGeom>
          <a:noFill/>
          <a:ln>
            <a:noFill/>
          </a:ln>
        </p:spPr>
      </p:pic>
      <p:sp>
        <p:nvSpPr>
          <p:cNvPr id="221" name="Google Shape;221;p31"/>
          <p:cNvSpPr txBox="1">
            <a:spLocks noGrp="1"/>
          </p:cNvSpPr>
          <p:nvPr>
            <p:ph type="subTitle" idx="1"/>
          </p:nvPr>
        </p:nvSpPr>
        <p:spPr>
          <a:xfrm>
            <a:off x="4263100" y="2740825"/>
            <a:ext cx="3820800" cy="9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2" name="Google Shape;222;p31"/>
          <p:cNvSpPr txBox="1">
            <a:spLocks noGrp="1"/>
          </p:cNvSpPr>
          <p:nvPr>
            <p:ph type="title"/>
          </p:nvPr>
        </p:nvSpPr>
        <p:spPr>
          <a:xfrm>
            <a:off x="4263100" y="1871650"/>
            <a:ext cx="3820800" cy="659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23"/>
        <p:cNvGrpSpPr/>
        <p:nvPr/>
      </p:nvGrpSpPr>
      <p:grpSpPr>
        <a:xfrm>
          <a:off x="0" y="0"/>
          <a:ext cx="0" cy="0"/>
          <a:chOff x="0" y="0"/>
          <a:chExt cx="0" cy="0"/>
        </a:xfrm>
      </p:grpSpPr>
      <p:pic>
        <p:nvPicPr>
          <p:cNvPr id="224" name="Google Shape;224;p3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5" name="Google Shape;225;p32"/>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
        <p:nvSpPr>
          <p:cNvPr id="226" name="Google Shape;226;p32"/>
          <p:cNvSpPr txBox="1">
            <a:spLocks noGrp="1"/>
          </p:cNvSpPr>
          <p:nvPr>
            <p:ph type="subTitle" idx="1"/>
          </p:nvPr>
        </p:nvSpPr>
        <p:spPr>
          <a:xfrm>
            <a:off x="715100" y="1274025"/>
            <a:ext cx="7713900" cy="280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Font typeface="Anaheim"/>
              <a:buChar char="○"/>
              <a:defRPr sz="1200">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27" name="Google Shape;227;p32"/>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28"/>
        <p:cNvGrpSpPr/>
        <p:nvPr/>
      </p:nvGrpSpPr>
      <p:grpSpPr>
        <a:xfrm>
          <a:off x="0" y="0"/>
          <a:ext cx="0" cy="0"/>
          <a:chOff x="0" y="0"/>
          <a:chExt cx="0" cy="0"/>
        </a:xfrm>
      </p:grpSpPr>
      <p:pic>
        <p:nvPicPr>
          <p:cNvPr id="229" name="Google Shape;229;p3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0" name="Google Shape;230;p33"/>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31" name="Google Shape;231;p33"/>
          <p:cNvSpPr txBox="1">
            <a:spLocks noGrp="1"/>
          </p:cNvSpPr>
          <p:nvPr>
            <p:ph type="subTitle" idx="1"/>
          </p:nvPr>
        </p:nvSpPr>
        <p:spPr>
          <a:xfrm>
            <a:off x="715100" y="1175650"/>
            <a:ext cx="40047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Font typeface="Anaheim"/>
              <a:buChar char="○"/>
              <a:defRPr>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32" name="Google Shape;232;p33"/>
          <p:cNvSpPr txBox="1">
            <a:spLocks noGrp="1"/>
          </p:cNvSpPr>
          <p:nvPr>
            <p:ph type="subTitle" idx="2"/>
          </p:nvPr>
        </p:nvSpPr>
        <p:spPr>
          <a:xfrm>
            <a:off x="4994900" y="1175650"/>
            <a:ext cx="34290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defRPr>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r>
              <a:rPr lang="en-US"/>
              <a:t>Click to edit Master subtitle style</a:t>
            </a:r>
            <a:endParaRPr/>
          </a:p>
        </p:txBody>
      </p:sp>
      <p:pic>
        <p:nvPicPr>
          <p:cNvPr id="233" name="Google Shape;233;p33"/>
          <p:cNvPicPr preferRelativeResize="0"/>
          <p:nvPr/>
        </p:nvPicPr>
        <p:blipFill>
          <a:blip r:embed="rId3" cstate="print">
            <a:alphaModFix amt="35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34"/>
        <p:cNvGrpSpPr/>
        <p:nvPr/>
      </p:nvGrpSpPr>
      <p:grpSpPr>
        <a:xfrm>
          <a:off x="0" y="0"/>
          <a:ext cx="0" cy="0"/>
          <a:chOff x="0" y="0"/>
          <a:chExt cx="0" cy="0"/>
        </a:xfrm>
      </p:grpSpPr>
      <p:pic>
        <p:nvPicPr>
          <p:cNvPr id="235" name="Google Shape;235;p3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36" name="Google Shape;236;p34"/>
          <p:cNvPicPr preferRelativeResize="0"/>
          <p:nvPr/>
        </p:nvPicPr>
        <p:blipFill>
          <a:blip r:embed="rId3" cstate="print">
            <a:alphaModFix amt="34000"/>
          </a:blip>
          <a:stretch>
            <a:fillRect/>
          </a:stretch>
        </p:blipFill>
        <p:spPr>
          <a:xfrm flipH="1">
            <a:off x="-709963" y="-753722"/>
            <a:ext cx="2662825" cy="2707948"/>
          </a:xfrm>
          <a:prstGeom prst="rect">
            <a:avLst/>
          </a:prstGeom>
          <a:noFill/>
          <a:ln>
            <a:noFill/>
          </a:ln>
        </p:spPr>
      </p:pic>
      <p:pic>
        <p:nvPicPr>
          <p:cNvPr id="237" name="Google Shape;237;p34"/>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38" name="Google Shape;238;p34"/>
          <p:cNvSpPr txBox="1">
            <a:spLocks noGrp="1"/>
          </p:cNvSpPr>
          <p:nvPr>
            <p:ph type="subTitle" idx="1"/>
          </p:nvPr>
        </p:nvSpPr>
        <p:spPr>
          <a:xfrm>
            <a:off x="1290763"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39" name="Google Shape;239;p34"/>
          <p:cNvSpPr txBox="1">
            <a:spLocks noGrp="1"/>
          </p:cNvSpPr>
          <p:nvPr>
            <p:ph type="subTitle" idx="2"/>
          </p:nvPr>
        </p:nvSpPr>
        <p:spPr>
          <a:xfrm>
            <a:off x="4945638"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40" name="Google Shape;240;p34"/>
          <p:cNvSpPr txBox="1">
            <a:spLocks noGrp="1"/>
          </p:cNvSpPr>
          <p:nvPr>
            <p:ph type="subTitle" idx="3"/>
          </p:nvPr>
        </p:nvSpPr>
        <p:spPr>
          <a:xfrm>
            <a:off x="1290775"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1" name="Google Shape;241;p34"/>
          <p:cNvSpPr txBox="1">
            <a:spLocks noGrp="1"/>
          </p:cNvSpPr>
          <p:nvPr>
            <p:ph type="subTitle" idx="4"/>
          </p:nvPr>
        </p:nvSpPr>
        <p:spPr>
          <a:xfrm>
            <a:off x="4945650"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242"/>
        <p:cNvGrpSpPr/>
        <p:nvPr/>
      </p:nvGrpSpPr>
      <p:grpSpPr>
        <a:xfrm>
          <a:off x="0" y="0"/>
          <a:ext cx="0" cy="0"/>
          <a:chOff x="0" y="0"/>
          <a:chExt cx="0" cy="0"/>
        </a:xfrm>
      </p:grpSpPr>
      <p:pic>
        <p:nvPicPr>
          <p:cNvPr id="243" name="Google Shape;243;p3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44;p35"/>
          <p:cNvGrpSpPr/>
          <p:nvPr/>
        </p:nvGrpSpPr>
        <p:grpSpPr>
          <a:xfrm flipH="1">
            <a:off x="-1059374" y="202758"/>
            <a:ext cx="9874808" cy="5928742"/>
            <a:chOff x="252562" y="222183"/>
            <a:chExt cx="9874808" cy="5928742"/>
          </a:xfrm>
        </p:grpSpPr>
        <p:pic>
          <p:nvPicPr>
            <p:cNvPr id="245" name="Google Shape;245;p35"/>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246" name="Google Shape;246;p35"/>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247" name="Google Shape;247;p35"/>
            <p:cNvPicPr preferRelativeResize="0"/>
            <p:nvPr/>
          </p:nvPicPr>
          <p:blipFill>
            <a:blip r:embed="rId5" cstate="print">
              <a:alphaModFix amt="60000"/>
            </a:blip>
            <a:stretch>
              <a:fillRect/>
            </a:stretch>
          </p:blipFill>
          <p:spPr>
            <a:xfrm flipH="1">
              <a:off x="252562" y="222183"/>
              <a:ext cx="315473" cy="320824"/>
            </a:xfrm>
            <a:prstGeom prst="rect">
              <a:avLst/>
            </a:prstGeom>
            <a:noFill/>
            <a:ln>
              <a:noFill/>
            </a:ln>
          </p:spPr>
        </p:pic>
      </p:grpSp>
      <p:sp>
        <p:nvSpPr>
          <p:cNvPr id="248" name="Google Shape;248;p35"/>
          <p:cNvSpPr txBox="1">
            <a:spLocks noGrp="1"/>
          </p:cNvSpPr>
          <p:nvPr>
            <p:ph type="title"/>
          </p:nvPr>
        </p:nvSpPr>
        <p:spPr>
          <a:xfrm>
            <a:off x="4010875" y="1307100"/>
            <a:ext cx="4419900" cy="2529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249"/>
        <p:cNvGrpSpPr/>
        <p:nvPr/>
      </p:nvGrpSpPr>
      <p:grpSpPr>
        <a:xfrm>
          <a:off x="0" y="0"/>
          <a:ext cx="0" cy="0"/>
          <a:chOff x="0" y="0"/>
          <a:chExt cx="0" cy="0"/>
        </a:xfrm>
      </p:grpSpPr>
      <p:pic>
        <p:nvPicPr>
          <p:cNvPr id="250" name="Google Shape;250;p3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1" name="Google Shape;251;p36"/>
          <p:cNvPicPr preferRelativeResize="0"/>
          <p:nvPr/>
        </p:nvPicPr>
        <p:blipFill>
          <a:blip r:embed="rId3" cstate="print">
            <a:alphaModFix amt="34000"/>
          </a:blip>
          <a:stretch>
            <a:fillRect/>
          </a:stretch>
        </p:blipFill>
        <p:spPr>
          <a:xfrm flipH="1">
            <a:off x="-996263" y="3841453"/>
            <a:ext cx="2662825" cy="2707948"/>
          </a:xfrm>
          <a:prstGeom prst="rect">
            <a:avLst/>
          </a:prstGeom>
          <a:noFill/>
          <a:ln>
            <a:noFill/>
          </a:ln>
        </p:spPr>
      </p:pic>
      <p:pic>
        <p:nvPicPr>
          <p:cNvPr id="252" name="Google Shape;252;p36"/>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53" name="Google Shape;253;p36"/>
          <p:cNvSpPr txBox="1">
            <a:spLocks noGrp="1"/>
          </p:cNvSpPr>
          <p:nvPr>
            <p:ph type="body" idx="1"/>
          </p:nvPr>
        </p:nvSpPr>
        <p:spPr>
          <a:xfrm>
            <a:off x="2638050" y="1792100"/>
            <a:ext cx="3867900" cy="25107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Char char="●"/>
              <a:defRPr>
                <a:solidFill>
                  <a:srgbClr val="434343"/>
                </a:solidFill>
              </a:defRPr>
            </a:lvl1pPr>
            <a:lvl2pPr marL="914400" lvl="1" indent="-317500" rtl="0">
              <a:lnSpc>
                <a:spcPct val="100000"/>
              </a:lnSpc>
              <a:spcBef>
                <a:spcPts val="0"/>
              </a:spcBef>
              <a:spcAft>
                <a:spcPts val="0"/>
              </a:spcAft>
              <a:buSzPts val="1400"/>
              <a:buChar char="○"/>
              <a:defRPr>
                <a:solidFill>
                  <a:srgbClr val="434343"/>
                </a:solidFill>
              </a:defRPr>
            </a:lvl2pPr>
            <a:lvl3pPr marL="1371600" lvl="2" indent="-317500" rtl="0">
              <a:lnSpc>
                <a:spcPct val="100000"/>
              </a:lnSpc>
              <a:spcBef>
                <a:spcPts val="1600"/>
              </a:spcBef>
              <a:spcAft>
                <a:spcPts val="0"/>
              </a:spcAft>
              <a:buSzPts val="1400"/>
              <a:buChar char="■"/>
              <a:defRPr>
                <a:solidFill>
                  <a:srgbClr val="434343"/>
                </a:solidFill>
              </a:defRPr>
            </a:lvl3pPr>
            <a:lvl4pPr marL="1828800" lvl="3" indent="-317500" rtl="0">
              <a:lnSpc>
                <a:spcPct val="100000"/>
              </a:lnSpc>
              <a:spcBef>
                <a:spcPts val="1600"/>
              </a:spcBef>
              <a:spcAft>
                <a:spcPts val="0"/>
              </a:spcAft>
              <a:buSzPts val="1400"/>
              <a:buChar char="●"/>
              <a:defRPr>
                <a:solidFill>
                  <a:srgbClr val="434343"/>
                </a:solidFill>
              </a:defRPr>
            </a:lvl4pPr>
            <a:lvl5pPr marL="2286000" lvl="4" indent="-317500" rtl="0">
              <a:lnSpc>
                <a:spcPct val="100000"/>
              </a:lnSpc>
              <a:spcBef>
                <a:spcPts val="1600"/>
              </a:spcBef>
              <a:spcAft>
                <a:spcPts val="0"/>
              </a:spcAft>
              <a:buSzPts val="1400"/>
              <a:buChar char="○"/>
              <a:defRPr>
                <a:solidFill>
                  <a:srgbClr val="434343"/>
                </a:solidFill>
              </a:defRPr>
            </a:lvl5pPr>
            <a:lvl6pPr marL="2743200" lvl="5" indent="-317500" rtl="0">
              <a:lnSpc>
                <a:spcPct val="100000"/>
              </a:lnSpc>
              <a:spcBef>
                <a:spcPts val="1600"/>
              </a:spcBef>
              <a:spcAft>
                <a:spcPts val="0"/>
              </a:spcAft>
              <a:buSzPts val="1400"/>
              <a:buChar char="■"/>
              <a:defRPr>
                <a:solidFill>
                  <a:srgbClr val="434343"/>
                </a:solidFill>
              </a:defRPr>
            </a:lvl6pPr>
            <a:lvl7pPr marL="3200400" lvl="6" indent="-317500" rtl="0">
              <a:lnSpc>
                <a:spcPct val="100000"/>
              </a:lnSpc>
              <a:spcBef>
                <a:spcPts val="1600"/>
              </a:spcBef>
              <a:spcAft>
                <a:spcPts val="0"/>
              </a:spcAft>
              <a:buSzPts val="1400"/>
              <a:buChar char="●"/>
              <a:defRPr>
                <a:solidFill>
                  <a:srgbClr val="434343"/>
                </a:solidFill>
              </a:defRPr>
            </a:lvl7pPr>
            <a:lvl8pPr marL="3657600" lvl="7" indent="-317500" rtl="0">
              <a:lnSpc>
                <a:spcPct val="100000"/>
              </a:lnSpc>
              <a:spcBef>
                <a:spcPts val="1600"/>
              </a:spcBef>
              <a:spcAft>
                <a:spcPts val="0"/>
              </a:spcAft>
              <a:buSzPts val="1400"/>
              <a:buChar char="○"/>
              <a:defRPr>
                <a:solidFill>
                  <a:srgbClr val="434343"/>
                </a:solidFill>
              </a:defRPr>
            </a:lvl8pPr>
            <a:lvl9pPr marL="4114800" lvl="8" indent="-317500" rtl="0">
              <a:lnSpc>
                <a:spcPct val="100000"/>
              </a:lnSpc>
              <a:spcBef>
                <a:spcPts val="1600"/>
              </a:spcBef>
              <a:spcAft>
                <a:spcPts val="1600"/>
              </a:spcAft>
              <a:buSzPts val="1400"/>
              <a:buChar char="■"/>
              <a:defRPr>
                <a:solidFill>
                  <a:srgbClr val="434343"/>
                </a:solidFill>
              </a:defRPr>
            </a:lvl9pPr>
          </a:lstStyle>
          <a:p>
            <a:pPr lvl="0"/>
            <a:r>
              <a:rPr lang="en-US"/>
              <a:t>Click to edit Master text styles</a:t>
            </a:r>
          </a:p>
        </p:txBody>
      </p:sp>
      <p:sp>
        <p:nvSpPr>
          <p:cNvPr id="254" name="Google Shape;254;p36"/>
          <p:cNvSpPr txBox="1">
            <a:spLocks noGrp="1"/>
          </p:cNvSpPr>
          <p:nvPr>
            <p:ph type="title"/>
          </p:nvPr>
        </p:nvSpPr>
        <p:spPr>
          <a:xfrm>
            <a:off x="2638050" y="840725"/>
            <a:ext cx="2705700" cy="10323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255"/>
        <p:cNvGrpSpPr/>
        <p:nvPr/>
      </p:nvGrpSpPr>
      <p:grpSpPr>
        <a:xfrm>
          <a:off x="0" y="0"/>
          <a:ext cx="0" cy="0"/>
          <a:chOff x="0" y="0"/>
          <a:chExt cx="0" cy="0"/>
        </a:xfrm>
      </p:grpSpPr>
      <p:pic>
        <p:nvPicPr>
          <p:cNvPr id="256" name="Google Shape;256;p3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7" name="Google Shape;257;p37"/>
          <p:cNvPicPr preferRelativeResize="0"/>
          <p:nvPr/>
        </p:nvPicPr>
        <p:blipFill>
          <a:blip r:embed="rId3" cstate="print">
            <a:alphaModFix amt="34000"/>
          </a:blip>
          <a:stretch>
            <a:fillRect/>
          </a:stretch>
        </p:blipFill>
        <p:spPr>
          <a:xfrm flipH="1">
            <a:off x="-709963" y="3620328"/>
            <a:ext cx="2662825" cy="2707948"/>
          </a:xfrm>
          <a:prstGeom prst="rect">
            <a:avLst/>
          </a:prstGeom>
          <a:noFill/>
          <a:ln>
            <a:noFill/>
          </a:ln>
        </p:spPr>
      </p:pic>
      <p:pic>
        <p:nvPicPr>
          <p:cNvPr id="258" name="Google Shape;258;p37"/>
          <p:cNvPicPr preferRelativeResize="0"/>
          <p:nvPr/>
        </p:nvPicPr>
        <p:blipFill>
          <a:blip r:embed="rId4" cstate="print">
            <a:alphaModFix amt="41000"/>
          </a:blip>
          <a:stretch>
            <a:fillRect/>
          </a:stretch>
        </p:blipFill>
        <p:spPr>
          <a:xfrm>
            <a:off x="6802252" y="-2106150"/>
            <a:ext cx="3878551" cy="3944100"/>
          </a:xfrm>
          <a:prstGeom prst="rect">
            <a:avLst/>
          </a:prstGeom>
          <a:noFill/>
          <a:ln>
            <a:noFill/>
          </a:ln>
        </p:spPr>
      </p:pic>
      <p:sp>
        <p:nvSpPr>
          <p:cNvPr id="259" name="Google Shape;259;p37"/>
          <p:cNvSpPr txBox="1">
            <a:spLocks noGrp="1"/>
          </p:cNvSpPr>
          <p:nvPr>
            <p:ph type="subTitle" idx="1"/>
          </p:nvPr>
        </p:nvSpPr>
        <p:spPr>
          <a:xfrm>
            <a:off x="715100"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0" name="Google Shape;260;p37"/>
          <p:cNvSpPr txBox="1">
            <a:spLocks noGrp="1"/>
          </p:cNvSpPr>
          <p:nvPr>
            <p:ph type="subTitle" idx="2"/>
          </p:nvPr>
        </p:nvSpPr>
        <p:spPr>
          <a:xfrm>
            <a:off x="4638325"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1" name="Google Shape;261;p3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262"/>
        <p:cNvGrpSpPr/>
        <p:nvPr/>
      </p:nvGrpSpPr>
      <p:grpSpPr>
        <a:xfrm>
          <a:off x="0" y="0"/>
          <a:ext cx="0" cy="0"/>
          <a:chOff x="0" y="0"/>
          <a:chExt cx="0" cy="0"/>
        </a:xfrm>
      </p:grpSpPr>
      <p:pic>
        <p:nvPicPr>
          <p:cNvPr id="263" name="Google Shape;263;p38"/>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64" name="Google Shape;264;p38"/>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65" name="Google Shape;265;p38"/>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66" name="Google Shape;266;p38"/>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267" name="Google Shape;267;p38"/>
          <p:cNvSpPr txBox="1">
            <a:spLocks noGrp="1"/>
          </p:cNvSpPr>
          <p:nvPr>
            <p:ph type="subTitle" idx="1"/>
          </p:nvPr>
        </p:nvSpPr>
        <p:spPr>
          <a:xfrm>
            <a:off x="1881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68" name="Google Shape;268;p38"/>
          <p:cNvSpPr txBox="1">
            <a:spLocks noGrp="1"/>
          </p:cNvSpPr>
          <p:nvPr>
            <p:ph type="title" idx="2" hasCustomPrompt="1"/>
          </p:nvPr>
        </p:nvSpPr>
        <p:spPr>
          <a:xfrm>
            <a:off x="842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69" name="Google Shape;269;p38"/>
          <p:cNvSpPr txBox="1">
            <a:spLocks noGrp="1"/>
          </p:cNvSpPr>
          <p:nvPr>
            <p:ph type="subTitle" idx="3"/>
          </p:nvPr>
        </p:nvSpPr>
        <p:spPr>
          <a:xfrm>
            <a:off x="1881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0" name="Google Shape;270;p38"/>
          <p:cNvSpPr txBox="1">
            <a:spLocks noGrp="1"/>
          </p:cNvSpPr>
          <p:nvPr>
            <p:ph type="title" idx="4" hasCustomPrompt="1"/>
          </p:nvPr>
        </p:nvSpPr>
        <p:spPr>
          <a:xfrm>
            <a:off x="842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1" name="Google Shape;271;p38"/>
          <p:cNvSpPr txBox="1">
            <a:spLocks noGrp="1"/>
          </p:cNvSpPr>
          <p:nvPr>
            <p:ph type="subTitle" idx="5"/>
          </p:nvPr>
        </p:nvSpPr>
        <p:spPr>
          <a:xfrm>
            <a:off x="1881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2" name="Google Shape;272;p38"/>
          <p:cNvSpPr txBox="1">
            <a:spLocks noGrp="1"/>
          </p:cNvSpPr>
          <p:nvPr>
            <p:ph type="title" idx="6" hasCustomPrompt="1"/>
          </p:nvPr>
        </p:nvSpPr>
        <p:spPr>
          <a:xfrm>
            <a:off x="842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3" name="Google Shape;273;p38"/>
          <p:cNvSpPr txBox="1">
            <a:spLocks noGrp="1"/>
          </p:cNvSpPr>
          <p:nvPr>
            <p:ph type="subTitle" idx="7"/>
          </p:nvPr>
        </p:nvSpPr>
        <p:spPr>
          <a:xfrm>
            <a:off x="1881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4" name="Google Shape;274;p38"/>
          <p:cNvSpPr txBox="1">
            <a:spLocks noGrp="1"/>
          </p:cNvSpPr>
          <p:nvPr>
            <p:ph type="title" idx="8" hasCustomPrompt="1"/>
          </p:nvPr>
        </p:nvSpPr>
        <p:spPr>
          <a:xfrm>
            <a:off x="842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5" name="Google Shape;275;p38"/>
          <p:cNvSpPr txBox="1">
            <a:spLocks noGrp="1"/>
          </p:cNvSpPr>
          <p:nvPr>
            <p:ph type="subTitle" idx="9"/>
          </p:nvPr>
        </p:nvSpPr>
        <p:spPr>
          <a:xfrm>
            <a:off x="5770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6" name="Google Shape;276;p38"/>
          <p:cNvSpPr txBox="1">
            <a:spLocks noGrp="1"/>
          </p:cNvSpPr>
          <p:nvPr>
            <p:ph type="title" idx="13" hasCustomPrompt="1"/>
          </p:nvPr>
        </p:nvSpPr>
        <p:spPr>
          <a:xfrm>
            <a:off x="4731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7" name="Google Shape;277;p38"/>
          <p:cNvSpPr txBox="1">
            <a:spLocks noGrp="1"/>
          </p:cNvSpPr>
          <p:nvPr>
            <p:ph type="subTitle" idx="14"/>
          </p:nvPr>
        </p:nvSpPr>
        <p:spPr>
          <a:xfrm>
            <a:off x="5770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8" name="Google Shape;278;p38"/>
          <p:cNvSpPr txBox="1">
            <a:spLocks noGrp="1"/>
          </p:cNvSpPr>
          <p:nvPr>
            <p:ph type="title" idx="15" hasCustomPrompt="1"/>
          </p:nvPr>
        </p:nvSpPr>
        <p:spPr>
          <a:xfrm>
            <a:off x="4731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9" name="Google Shape;279;p38"/>
          <p:cNvSpPr txBox="1">
            <a:spLocks noGrp="1"/>
          </p:cNvSpPr>
          <p:nvPr>
            <p:ph type="subTitle" idx="16"/>
          </p:nvPr>
        </p:nvSpPr>
        <p:spPr>
          <a:xfrm>
            <a:off x="5770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0" name="Google Shape;280;p38"/>
          <p:cNvSpPr txBox="1">
            <a:spLocks noGrp="1"/>
          </p:cNvSpPr>
          <p:nvPr>
            <p:ph type="title" idx="17" hasCustomPrompt="1"/>
          </p:nvPr>
        </p:nvSpPr>
        <p:spPr>
          <a:xfrm>
            <a:off x="4731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81" name="Google Shape;281;p38"/>
          <p:cNvSpPr txBox="1">
            <a:spLocks noGrp="1"/>
          </p:cNvSpPr>
          <p:nvPr>
            <p:ph type="subTitle" idx="18"/>
          </p:nvPr>
        </p:nvSpPr>
        <p:spPr>
          <a:xfrm>
            <a:off x="5770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2" name="Google Shape;282;p38"/>
          <p:cNvSpPr txBox="1">
            <a:spLocks noGrp="1"/>
          </p:cNvSpPr>
          <p:nvPr>
            <p:ph type="title" idx="19" hasCustomPrompt="1"/>
          </p:nvPr>
        </p:nvSpPr>
        <p:spPr>
          <a:xfrm>
            <a:off x="4731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spTree>
      <p:nvGrpSpPr>
        <p:cNvPr id="1" name="Shape 283"/>
        <p:cNvGrpSpPr/>
        <p:nvPr/>
      </p:nvGrpSpPr>
      <p:grpSpPr>
        <a:xfrm>
          <a:off x="0" y="0"/>
          <a:ext cx="0" cy="0"/>
          <a:chOff x="0" y="0"/>
          <a:chExt cx="0" cy="0"/>
        </a:xfrm>
      </p:grpSpPr>
      <p:pic>
        <p:nvPicPr>
          <p:cNvPr id="284" name="Google Shape;284;p39"/>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85" name="Google Shape;285;p39"/>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86" name="Google Shape;286;p39"/>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87" name="Google Shape;287;p39"/>
          <p:cNvSpPr txBox="1">
            <a:spLocks noGrp="1"/>
          </p:cNvSpPr>
          <p:nvPr>
            <p:ph type="subTitle" idx="1"/>
          </p:nvPr>
        </p:nvSpPr>
        <p:spPr>
          <a:xfrm>
            <a:off x="715100"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8" name="Google Shape;288;p39"/>
          <p:cNvSpPr txBox="1">
            <a:spLocks noGrp="1"/>
          </p:cNvSpPr>
          <p:nvPr>
            <p:ph type="subTitle" idx="2"/>
          </p:nvPr>
        </p:nvSpPr>
        <p:spPr>
          <a:xfrm>
            <a:off x="4638325"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9" name="Google Shape;289;p39"/>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90" name="Google Shape;290;p39"/>
          <p:cNvSpPr txBox="1">
            <a:spLocks noGrp="1"/>
          </p:cNvSpPr>
          <p:nvPr>
            <p:ph type="title" idx="3"/>
          </p:nvPr>
        </p:nvSpPr>
        <p:spPr>
          <a:xfrm>
            <a:off x="715100"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291" name="Google Shape;291;p39"/>
          <p:cNvSpPr txBox="1">
            <a:spLocks noGrp="1"/>
          </p:cNvSpPr>
          <p:nvPr>
            <p:ph type="title" idx="4"/>
          </p:nvPr>
        </p:nvSpPr>
        <p:spPr>
          <a:xfrm>
            <a:off x="4638325"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2"/>
        <p:cNvGrpSpPr/>
        <p:nvPr/>
      </p:nvGrpSpPr>
      <p:grpSpPr>
        <a:xfrm>
          <a:off x="0" y="0"/>
          <a:ext cx="0" cy="0"/>
          <a:chOff x="0" y="0"/>
          <a:chExt cx="0" cy="0"/>
        </a:xfrm>
      </p:grpSpPr>
      <p:pic>
        <p:nvPicPr>
          <p:cNvPr id="293" name="Google Shape;293;p4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94" name="Google Shape;294;p40"/>
          <p:cNvPicPr preferRelativeResize="0"/>
          <p:nvPr/>
        </p:nvPicPr>
        <p:blipFill>
          <a:blip r:embed="rId3" cstate="print">
            <a:alphaModFix amt="15000"/>
          </a:blip>
          <a:stretch>
            <a:fillRect/>
          </a:stretch>
        </p:blipFill>
        <p:spPr>
          <a:xfrm rot="10800000" flipH="1">
            <a:off x="0" y="2027045"/>
            <a:ext cx="9144003" cy="3116462"/>
          </a:xfrm>
          <a:prstGeom prst="rect">
            <a:avLst/>
          </a:prstGeom>
          <a:noFill/>
          <a:ln>
            <a:noFill/>
          </a:ln>
        </p:spPr>
      </p:pic>
      <p:sp>
        <p:nvSpPr>
          <p:cNvPr id="295" name="Google Shape;295;p40"/>
          <p:cNvSpPr txBox="1">
            <a:spLocks noGrp="1"/>
          </p:cNvSpPr>
          <p:nvPr>
            <p:ph type="title"/>
          </p:nvPr>
        </p:nvSpPr>
        <p:spPr>
          <a:xfrm>
            <a:off x="7200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6" name="Google Shape;296;p40"/>
          <p:cNvSpPr txBox="1">
            <a:spLocks noGrp="1"/>
          </p:cNvSpPr>
          <p:nvPr>
            <p:ph type="subTitle" idx="1"/>
          </p:nvPr>
        </p:nvSpPr>
        <p:spPr>
          <a:xfrm>
            <a:off x="7200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7" name="Google Shape;297;p40"/>
          <p:cNvSpPr txBox="1">
            <a:spLocks noGrp="1"/>
          </p:cNvSpPr>
          <p:nvPr>
            <p:ph type="title" idx="2"/>
          </p:nvPr>
        </p:nvSpPr>
        <p:spPr>
          <a:xfrm>
            <a:off x="34038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8" name="Google Shape;298;p40"/>
          <p:cNvSpPr txBox="1">
            <a:spLocks noGrp="1"/>
          </p:cNvSpPr>
          <p:nvPr>
            <p:ph type="subTitle" idx="3"/>
          </p:nvPr>
        </p:nvSpPr>
        <p:spPr>
          <a:xfrm>
            <a:off x="34038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9" name="Google Shape;299;p40"/>
          <p:cNvSpPr txBox="1">
            <a:spLocks noGrp="1"/>
          </p:cNvSpPr>
          <p:nvPr>
            <p:ph type="title" idx="4"/>
          </p:nvPr>
        </p:nvSpPr>
        <p:spPr>
          <a:xfrm>
            <a:off x="60876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0" name="Google Shape;300;p40"/>
          <p:cNvSpPr txBox="1">
            <a:spLocks noGrp="1"/>
          </p:cNvSpPr>
          <p:nvPr>
            <p:ph type="subTitle" idx="5"/>
          </p:nvPr>
        </p:nvSpPr>
        <p:spPr>
          <a:xfrm>
            <a:off x="60876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1" name="Google Shape;301;p40"/>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2"/>
        <p:cNvGrpSpPr/>
        <p:nvPr/>
      </p:nvGrpSpPr>
      <p:grpSpPr>
        <a:xfrm>
          <a:off x="0" y="0"/>
          <a:ext cx="0" cy="0"/>
          <a:chOff x="0" y="0"/>
          <a:chExt cx="0" cy="0"/>
        </a:xfrm>
      </p:grpSpPr>
      <p:pic>
        <p:nvPicPr>
          <p:cNvPr id="303" name="Google Shape;303;p4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04" name="Google Shape;304;p41"/>
          <p:cNvSpPr txBox="1">
            <a:spLocks noGrp="1"/>
          </p:cNvSpPr>
          <p:nvPr>
            <p:ph type="title"/>
          </p:nvPr>
        </p:nvSpPr>
        <p:spPr>
          <a:xfrm>
            <a:off x="717125" y="2594825"/>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5" name="Google Shape;305;p41"/>
          <p:cNvSpPr txBox="1">
            <a:spLocks noGrp="1"/>
          </p:cNvSpPr>
          <p:nvPr>
            <p:ph type="subTitle" idx="1"/>
          </p:nvPr>
        </p:nvSpPr>
        <p:spPr>
          <a:xfrm>
            <a:off x="719988" y="3312525"/>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6" name="Google Shape;306;p41"/>
          <p:cNvSpPr txBox="1">
            <a:spLocks noGrp="1"/>
          </p:cNvSpPr>
          <p:nvPr>
            <p:ph type="title" idx="2"/>
          </p:nvPr>
        </p:nvSpPr>
        <p:spPr>
          <a:xfrm>
            <a:off x="3395188"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7" name="Google Shape;307;p41"/>
          <p:cNvSpPr txBox="1">
            <a:spLocks noGrp="1"/>
          </p:cNvSpPr>
          <p:nvPr>
            <p:ph type="subTitle" idx="3"/>
          </p:nvPr>
        </p:nvSpPr>
        <p:spPr>
          <a:xfrm>
            <a:off x="3395188" y="331260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8" name="Google Shape;308;p41"/>
          <p:cNvSpPr txBox="1">
            <a:spLocks noGrp="1"/>
          </p:cNvSpPr>
          <p:nvPr>
            <p:ph type="title" idx="4"/>
          </p:nvPr>
        </p:nvSpPr>
        <p:spPr>
          <a:xfrm>
            <a:off x="6070363"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9" name="Google Shape;309;p41"/>
          <p:cNvSpPr txBox="1">
            <a:spLocks noGrp="1"/>
          </p:cNvSpPr>
          <p:nvPr>
            <p:ph type="subTitle" idx="5"/>
          </p:nvPr>
        </p:nvSpPr>
        <p:spPr>
          <a:xfrm>
            <a:off x="6070363" y="331215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0" name="Google Shape;310;p41"/>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pic>
        <p:nvPicPr>
          <p:cNvPr id="311" name="Google Shape;311;p41"/>
          <p:cNvPicPr preferRelativeResize="0"/>
          <p:nvPr/>
        </p:nvPicPr>
        <p:blipFill>
          <a:blip r:embed="rId3" cstate="print">
            <a:alphaModFix amt="32000"/>
          </a:blip>
          <a:stretch>
            <a:fillRect/>
          </a:stretch>
        </p:blipFill>
        <p:spPr>
          <a:xfrm>
            <a:off x="-1019777" y="-1847072"/>
            <a:ext cx="2313025" cy="2519726"/>
          </a:xfrm>
          <a:prstGeom prst="rect">
            <a:avLst/>
          </a:prstGeom>
          <a:noFill/>
          <a:ln>
            <a:noFill/>
          </a:ln>
        </p:spPr>
      </p:pic>
      <p:pic>
        <p:nvPicPr>
          <p:cNvPr id="312" name="Google Shape;312;p41"/>
          <p:cNvPicPr preferRelativeResize="0"/>
          <p:nvPr/>
        </p:nvPicPr>
        <p:blipFill>
          <a:blip r:embed="rId4" cstate="print">
            <a:alphaModFix amt="30000"/>
          </a:blip>
          <a:stretch>
            <a:fillRect/>
          </a:stretch>
        </p:blipFill>
        <p:spPr>
          <a:xfrm>
            <a:off x="6988285" y="-2018700"/>
            <a:ext cx="2881223" cy="292987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3"/>
        <p:cNvGrpSpPr/>
        <p:nvPr/>
      </p:nvGrpSpPr>
      <p:grpSpPr>
        <a:xfrm>
          <a:off x="0" y="0"/>
          <a:ext cx="0" cy="0"/>
          <a:chOff x="0" y="0"/>
          <a:chExt cx="0" cy="0"/>
        </a:xfrm>
      </p:grpSpPr>
      <p:pic>
        <p:nvPicPr>
          <p:cNvPr id="314" name="Google Shape;314;p4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315" name="Google Shape;315;p42"/>
          <p:cNvPicPr preferRelativeResize="0"/>
          <p:nvPr/>
        </p:nvPicPr>
        <p:blipFill>
          <a:blip r:embed="rId3" cstate="print">
            <a:alphaModFix amt="35000"/>
          </a:blip>
          <a:stretch>
            <a:fillRect/>
          </a:stretch>
        </p:blipFill>
        <p:spPr>
          <a:xfrm rot="-702089">
            <a:off x="-734167" y="792101"/>
            <a:ext cx="7717137" cy="5143502"/>
          </a:xfrm>
          <a:prstGeom prst="rect">
            <a:avLst/>
          </a:prstGeom>
          <a:noFill/>
          <a:ln>
            <a:noFill/>
          </a:ln>
        </p:spPr>
      </p:pic>
      <p:sp>
        <p:nvSpPr>
          <p:cNvPr id="316" name="Google Shape;316;p42"/>
          <p:cNvSpPr txBox="1">
            <a:spLocks noGrp="1"/>
          </p:cNvSpPr>
          <p:nvPr>
            <p:ph type="title"/>
          </p:nvPr>
        </p:nvSpPr>
        <p:spPr>
          <a:xfrm>
            <a:off x="7200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7" name="Google Shape;317;p42"/>
          <p:cNvSpPr txBox="1">
            <a:spLocks noGrp="1"/>
          </p:cNvSpPr>
          <p:nvPr>
            <p:ph type="subTitle" idx="1"/>
          </p:nvPr>
        </p:nvSpPr>
        <p:spPr>
          <a:xfrm>
            <a:off x="9246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8" name="Google Shape;318;p42"/>
          <p:cNvSpPr txBox="1">
            <a:spLocks noGrp="1"/>
          </p:cNvSpPr>
          <p:nvPr>
            <p:ph type="title" idx="2"/>
          </p:nvPr>
        </p:nvSpPr>
        <p:spPr>
          <a:xfrm>
            <a:off x="34038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9" name="Google Shape;319;p42"/>
          <p:cNvSpPr txBox="1">
            <a:spLocks noGrp="1"/>
          </p:cNvSpPr>
          <p:nvPr>
            <p:ph type="subTitle" idx="3"/>
          </p:nvPr>
        </p:nvSpPr>
        <p:spPr>
          <a:xfrm>
            <a:off x="36084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0" name="Google Shape;320;p42"/>
          <p:cNvSpPr txBox="1">
            <a:spLocks noGrp="1"/>
          </p:cNvSpPr>
          <p:nvPr>
            <p:ph type="title" idx="4"/>
          </p:nvPr>
        </p:nvSpPr>
        <p:spPr>
          <a:xfrm>
            <a:off x="60876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21" name="Google Shape;321;p42"/>
          <p:cNvSpPr txBox="1">
            <a:spLocks noGrp="1"/>
          </p:cNvSpPr>
          <p:nvPr>
            <p:ph type="subTitle" idx="5"/>
          </p:nvPr>
        </p:nvSpPr>
        <p:spPr>
          <a:xfrm>
            <a:off x="62922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2" name="Google Shape;322;p42"/>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323"/>
        <p:cNvGrpSpPr/>
        <p:nvPr/>
      </p:nvGrpSpPr>
      <p:grpSpPr>
        <a:xfrm>
          <a:off x="0" y="0"/>
          <a:ext cx="0" cy="0"/>
          <a:chOff x="0" y="0"/>
          <a:chExt cx="0" cy="0"/>
        </a:xfrm>
      </p:grpSpPr>
      <p:pic>
        <p:nvPicPr>
          <p:cNvPr id="324" name="Google Shape;324;p4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25;p43"/>
          <p:cNvGrpSpPr/>
          <p:nvPr/>
        </p:nvGrpSpPr>
        <p:grpSpPr>
          <a:xfrm>
            <a:off x="-2630529" y="-1513088"/>
            <a:ext cx="13086688" cy="8065884"/>
            <a:chOff x="-2630529" y="-1513088"/>
            <a:chExt cx="13086688" cy="8065884"/>
          </a:xfrm>
        </p:grpSpPr>
        <p:pic>
          <p:nvPicPr>
            <p:cNvPr id="326" name="Google Shape;326;p43"/>
            <p:cNvPicPr preferRelativeResize="0"/>
            <p:nvPr/>
          </p:nvPicPr>
          <p:blipFill>
            <a:blip r:embed="rId3" cstate="print">
              <a:alphaModFix amt="30000"/>
            </a:blip>
            <a:stretch>
              <a:fillRect/>
            </a:stretch>
          </p:blipFill>
          <p:spPr>
            <a:xfrm rot="8851044" flipH="1">
              <a:off x="-1601951" y="1388001"/>
              <a:ext cx="3042426" cy="4716799"/>
            </a:xfrm>
            <a:prstGeom prst="rect">
              <a:avLst/>
            </a:prstGeom>
            <a:noFill/>
            <a:ln>
              <a:noFill/>
            </a:ln>
          </p:spPr>
        </p:pic>
        <p:pic>
          <p:nvPicPr>
            <p:cNvPr id="327" name="Google Shape;327;p43"/>
            <p:cNvPicPr preferRelativeResize="0"/>
            <p:nvPr/>
          </p:nvPicPr>
          <p:blipFill>
            <a:blip r:embed="rId4" cstate="print">
              <a:alphaModFix amt="13000"/>
            </a:blip>
            <a:stretch>
              <a:fillRect/>
            </a:stretch>
          </p:blipFill>
          <p:spPr>
            <a:xfrm rot="-5400000">
              <a:off x="7611947" y="-1658325"/>
              <a:ext cx="2698976" cy="2989450"/>
            </a:xfrm>
            <a:prstGeom prst="rect">
              <a:avLst/>
            </a:prstGeom>
            <a:noFill/>
            <a:ln>
              <a:noFill/>
            </a:ln>
          </p:spPr>
        </p:pic>
        <p:pic>
          <p:nvPicPr>
            <p:cNvPr id="328" name="Google Shape;328;p43"/>
            <p:cNvPicPr preferRelativeResize="0"/>
            <p:nvPr/>
          </p:nvPicPr>
          <p:blipFill>
            <a:blip r:embed="rId5" cstate="print">
              <a:alphaModFix amt="41000"/>
            </a:blip>
            <a:stretch>
              <a:fillRect/>
            </a:stretch>
          </p:blipFill>
          <p:spPr>
            <a:xfrm>
              <a:off x="1090275" y="95587"/>
              <a:ext cx="432124" cy="439424"/>
            </a:xfrm>
            <a:prstGeom prst="rect">
              <a:avLst/>
            </a:prstGeom>
            <a:noFill/>
            <a:ln>
              <a:noFill/>
            </a:ln>
          </p:spPr>
        </p:pic>
        <p:pic>
          <p:nvPicPr>
            <p:cNvPr id="329" name="Google Shape;329;p43"/>
            <p:cNvPicPr preferRelativeResize="0"/>
            <p:nvPr/>
          </p:nvPicPr>
          <p:blipFill>
            <a:blip r:embed="rId6" cstate="print">
              <a:alphaModFix amt="38000"/>
            </a:blip>
            <a:stretch>
              <a:fillRect/>
            </a:stretch>
          </p:blipFill>
          <p:spPr>
            <a:xfrm flipH="1">
              <a:off x="169348" y="471744"/>
              <a:ext cx="920927" cy="936530"/>
            </a:xfrm>
            <a:prstGeom prst="rect">
              <a:avLst/>
            </a:prstGeom>
            <a:noFill/>
            <a:ln>
              <a:noFill/>
            </a:ln>
          </p:spPr>
        </p:pic>
      </p:grpSp>
      <p:sp>
        <p:nvSpPr>
          <p:cNvPr id="330" name="Google Shape;330;p43"/>
          <p:cNvSpPr txBox="1">
            <a:spLocks noGrp="1"/>
          </p:cNvSpPr>
          <p:nvPr>
            <p:ph type="title"/>
          </p:nvPr>
        </p:nvSpPr>
        <p:spPr>
          <a:xfrm>
            <a:off x="8724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1" name="Google Shape;331;p43"/>
          <p:cNvSpPr txBox="1">
            <a:spLocks noGrp="1"/>
          </p:cNvSpPr>
          <p:nvPr>
            <p:ph type="subTitle" idx="1"/>
          </p:nvPr>
        </p:nvSpPr>
        <p:spPr>
          <a:xfrm>
            <a:off x="8724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2" name="Google Shape;332;p43"/>
          <p:cNvSpPr txBox="1">
            <a:spLocks noGrp="1"/>
          </p:cNvSpPr>
          <p:nvPr>
            <p:ph type="title" idx="2"/>
          </p:nvPr>
        </p:nvSpPr>
        <p:spPr>
          <a:xfrm>
            <a:off x="34038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3" name="Google Shape;333;p43"/>
          <p:cNvSpPr txBox="1">
            <a:spLocks noGrp="1"/>
          </p:cNvSpPr>
          <p:nvPr>
            <p:ph type="subTitle" idx="3"/>
          </p:nvPr>
        </p:nvSpPr>
        <p:spPr>
          <a:xfrm>
            <a:off x="34038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4" name="Google Shape;334;p43"/>
          <p:cNvSpPr txBox="1">
            <a:spLocks noGrp="1"/>
          </p:cNvSpPr>
          <p:nvPr>
            <p:ph type="title" idx="4"/>
          </p:nvPr>
        </p:nvSpPr>
        <p:spPr>
          <a:xfrm>
            <a:off x="59352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5" name="Google Shape;335;p43"/>
          <p:cNvSpPr txBox="1">
            <a:spLocks noGrp="1"/>
          </p:cNvSpPr>
          <p:nvPr>
            <p:ph type="subTitle" idx="5"/>
          </p:nvPr>
        </p:nvSpPr>
        <p:spPr>
          <a:xfrm>
            <a:off x="59352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6" name="Google Shape;336;p43"/>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7"/>
        <p:cNvGrpSpPr/>
        <p:nvPr/>
      </p:nvGrpSpPr>
      <p:grpSpPr>
        <a:xfrm>
          <a:off x="0" y="0"/>
          <a:ext cx="0" cy="0"/>
          <a:chOff x="0" y="0"/>
          <a:chExt cx="0" cy="0"/>
        </a:xfrm>
      </p:grpSpPr>
      <p:pic>
        <p:nvPicPr>
          <p:cNvPr id="338" name="Google Shape;338;p4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39;p44"/>
          <p:cNvGrpSpPr/>
          <p:nvPr/>
        </p:nvGrpSpPr>
        <p:grpSpPr>
          <a:xfrm rot="10800000" flipH="1">
            <a:off x="-1846500" y="-1386399"/>
            <a:ext cx="11304528" cy="8107960"/>
            <a:chOff x="-1846500" y="-1386399"/>
            <a:chExt cx="11304528" cy="8107960"/>
          </a:xfrm>
        </p:grpSpPr>
        <p:pic>
          <p:nvPicPr>
            <p:cNvPr id="340" name="Google Shape;340;p44"/>
            <p:cNvPicPr preferRelativeResize="0"/>
            <p:nvPr/>
          </p:nvPicPr>
          <p:blipFill>
            <a:blip r:embed="rId3" cstate="print">
              <a:alphaModFix amt="27000"/>
            </a:blip>
            <a:stretch>
              <a:fillRect/>
            </a:stretch>
          </p:blipFill>
          <p:spPr>
            <a:xfrm>
              <a:off x="6686275" y="-1386399"/>
              <a:ext cx="2771753" cy="2736575"/>
            </a:xfrm>
            <a:prstGeom prst="rect">
              <a:avLst/>
            </a:prstGeom>
            <a:noFill/>
            <a:ln>
              <a:noFill/>
            </a:ln>
          </p:spPr>
        </p:pic>
        <p:pic>
          <p:nvPicPr>
            <p:cNvPr id="341" name="Google Shape;341;p44"/>
            <p:cNvPicPr preferRelativeResize="0"/>
            <p:nvPr/>
          </p:nvPicPr>
          <p:blipFill>
            <a:blip r:embed="rId4" cstate="print">
              <a:alphaModFix amt="34000"/>
            </a:blip>
            <a:stretch>
              <a:fillRect/>
            </a:stretch>
          </p:blipFill>
          <p:spPr>
            <a:xfrm rot="5203858">
              <a:off x="-1631029" y="3518279"/>
              <a:ext cx="2980001" cy="3246294"/>
            </a:xfrm>
            <a:prstGeom prst="rect">
              <a:avLst/>
            </a:prstGeom>
            <a:noFill/>
            <a:ln>
              <a:noFill/>
            </a:ln>
          </p:spPr>
        </p:pic>
      </p:grpSp>
      <p:sp>
        <p:nvSpPr>
          <p:cNvPr id="342" name="Google Shape;342;p44"/>
          <p:cNvSpPr txBox="1">
            <a:spLocks noGrp="1"/>
          </p:cNvSpPr>
          <p:nvPr>
            <p:ph type="title"/>
          </p:nvPr>
        </p:nvSpPr>
        <p:spPr>
          <a:xfrm>
            <a:off x="72792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3" name="Google Shape;343;p44"/>
          <p:cNvSpPr txBox="1">
            <a:spLocks noGrp="1"/>
          </p:cNvSpPr>
          <p:nvPr>
            <p:ph type="subTitle" idx="1"/>
          </p:nvPr>
        </p:nvSpPr>
        <p:spPr>
          <a:xfrm>
            <a:off x="82587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4" name="Google Shape;344;p44"/>
          <p:cNvSpPr txBox="1">
            <a:spLocks noGrp="1"/>
          </p:cNvSpPr>
          <p:nvPr>
            <p:ph type="title" idx="2"/>
          </p:nvPr>
        </p:nvSpPr>
        <p:spPr>
          <a:xfrm>
            <a:off x="465997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5" name="Google Shape;345;p44"/>
          <p:cNvSpPr txBox="1">
            <a:spLocks noGrp="1"/>
          </p:cNvSpPr>
          <p:nvPr>
            <p:ph type="subTitle" idx="3"/>
          </p:nvPr>
        </p:nvSpPr>
        <p:spPr>
          <a:xfrm>
            <a:off x="475792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6" name="Google Shape;346;p44"/>
          <p:cNvSpPr txBox="1">
            <a:spLocks noGrp="1"/>
          </p:cNvSpPr>
          <p:nvPr>
            <p:ph type="title" idx="4"/>
          </p:nvPr>
        </p:nvSpPr>
        <p:spPr>
          <a:xfrm>
            <a:off x="269395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7" name="Google Shape;347;p44"/>
          <p:cNvSpPr txBox="1">
            <a:spLocks noGrp="1"/>
          </p:cNvSpPr>
          <p:nvPr>
            <p:ph type="subTitle" idx="5"/>
          </p:nvPr>
        </p:nvSpPr>
        <p:spPr>
          <a:xfrm>
            <a:off x="279190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8" name="Google Shape;348;p44"/>
          <p:cNvSpPr txBox="1">
            <a:spLocks noGrp="1"/>
          </p:cNvSpPr>
          <p:nvPr>
            <p:ph type="title" idx="6"/>
          </p:nvPr>
        </p:nvSpPr>
        <p:spPr>
          <a:xfrm>
            <a:off x="662600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9" name="Google Shape;349;p44"/>
          <p:cNvSpPr txBox="1">
            <a:spLocks noGrp="1"/>
          </p:cNvSpPr>
          <p:nvPr>
            <p:ph type="subTitle" idx="7"/>
          </p:nvPr>
        </p:nvSpPr>
        <p:spPr>
          <a:xfrm>
            <a:off x="672395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0" name="Google Shape;350;p44"/>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1"/>
        <p:cNvGrpSpPr/>
        <p:nvPr/>
      </p:nvGrpSpPr>
      <p:grpSpPr>
        <a:xfrm>
          <a:off x="0" y="0"/>
          <a:ext cx="0" cy="0"/>
          <a:chOff x="0" y="0"/>
          <a:chExt cx="0" cy="0"/>
        </a:xfrm>
      </p:grpSpPr>
      <p:pic>
        <p:nvPicPr>
          <p:cNvPr id="352" name="Google Shape;352;p4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53;p45"/>
          <p:cNvGrpSpPr/>
          <p:nvPr/>
        </p:nvGrpSpPr>
        <p:grpSpPr>
          <a:xfrm>
            <a:off x="-891002" y="-1475725"/>
            <a:ext cx="10578908" cy="2929874"/>
            <a:chOff x="-891002" y="-1228775"/>
            <a:chExt cx="10578908" cy="2929874"/>
          </a:xfrm>
        </p:grpSpPr>
        <p:pic>
          <p:nvPicPr>
            <p:cNvPr id="354" name="Google Shape;354;p45"/>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355" name="Google Shape;355;p45"/>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356" name="Google Shape;356;p45"/>
          <p:cNvSpPr txBox="1">
            <a:spLocks noGrp="1"/>
          </p:cNvSpPr>
          <p:nvPr>
            <p:ph type="title"/>
          </p:nvPr>
        </p:nvSpPr>
        <p:spPr>
          <a:xfrm>
            <a:off x="7200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7" name="Google Shape;357;p45"/>
          <p:cNvSpPr txBox="1">
            <a:spLocks noGrp="1"/>
          </p:cNvSpPr>
          <p:nvPr>
            <p:ph type="subTitle" idx="1"/>
          </p:nvPr>
        </p:nvSpPr>
        <p:spPr>
          <a:xfrm>
            <a:off x="7200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8" name="Google Shape;358;p45"/>
          <p:cNvSpPr txBox="1">
            <a:spLocks noGrp="1"/>
          </p:cNvSpPr>
          <p:nvPr>
            <p:ph type="title" idx="2"/>
          </p:nvPr>
        </p:nvSpPr>
        <p:spPr>
          <a:xfrm>
            <a:off x="3419269"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9" name="Google Shape;359;p45"/>
          <p:cNvSpPr txBox="1">
            <a:spLocks noGrp="1"/>
          </p:cNvSpPr>
          <p:nvPr>
            <p:ph type="subTitle" idx="3"/>
          </p:nvPr>
        </p:nvSpPr>
        <p:spPr>
          <a:xfrm>
            <a:off x="3419269"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0" name="Google Shape;360;p45"/>
          <p:cNvSpPr txBox="1">
            <a:spLocks noGrp="1"/>
          </p:cNvSpPr>
          <p:nvPr>
            <p:ph type="title" idx="4"/>
          </p:nvPr>
        </p:nvSpPr>
        <p:spPr>
          <a:xfrm>
            <a:off x="7200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1" name="Google Shape;361;p45"/>
          <p:cNvSpPr txBox="1">
            <a:spLocks noGrp="1"/>
          </p:cNvSpPr>
          <p:nvPr>
            <p:ph type="subTitle" idx="5"/>
          </p:nvPr>
        </p:nvSpPr>
        <p:spPr>
          <a:xfrm>
            <a:off x="7200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2" name="Google Shape;362;p45"/>
          <p:cNvSpPr txBox="1">
            <a:spLocks noGrp="1"/>
          </p:cNvSpPr>
          <p:nvPr>
            <p:ph type="title" idx="6"/>
          </p:nvPr>
        </p:nvSpPr>
        <p:spPr>
          <a:xfrm>
            <a:off x="3419269"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3" name="Google Shape;363;p45"/>
          <p:cNvSpPr txBox="1">
            <a:spLocks noGrp="1"/>
          </p:cNvSpPr>
          <p:nvPr>
            <p:ph type="subTitle" idx="7"/>
          </p:nvPr>
        </p:nvSpPr>
        <p:spPr>
          <a:xfrm>
            <a:off x="3419269"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4" name="Google Shape;364;p45"/>
          <p:cNvSpPr txBox="1">
            <a:spLocks noGrp="1"/>
          </p:cNvSpPr>
          <p:nvPr>
            <p:ph type="title" idx="8"/>
          </p:nvPr>
        </p:nvSpPr>
        <p:spPr>
          <a:xfrm>
            <a:off x="6118545"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5" name="Google Shape;365;p45"/>
          <p:cNvSpPr txBox="1">
            <a:spLocks noGrp="1"/>
          </p:cNvSpPr>
          <p:nvPr>
            <p:ph type="subTitle" idx="9"/>
          </p:nvPr>
        </p:nvSpPr>
        <p:spPr>
          <a:xfrm>
            <a:off x="6118545"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6" name="Google Shape;366;p45"/>
          <p:cNvSpPr txBox="1">
            <a:spLocks noGrp="1"/>
          </p:cNvSpPr>
          <p:nvPr>
            <p:ph type="title" idx="13"/>
          </p:nvPr>
        </p:nvSpPr>
        <p:spPr>
          <a:xfrm>
            <a:off x="6118545"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7" name="Google Shape;367;p45"/>
          <p:cNvSpPr txBox="1">
            <a:spLocks noGrp="1"/>
          </p:cNvSpPr>
          <p:nvPr>
            <p:ph type="subTitle" idx="14"/>
          </p:nvPr>
        </p:nvSpPr>
        <p:spPr>
          <a:xfrm>
            <a:off x="6118545"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8" name="Google Shape;368;p45"/>
          <p:cNvSpPr txBox="1">
            <a:spLocks noGrp="1"/>
          </p:cNvSpPr>
          <p:nvPr>
            <p:ph type="title" idx="15"/>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369"/>
        <p:cNvGrpSpPr/>
        <p:nvPr/>
      </p:nvGrpSpPr>
      <p:grpSpPr>
        <a:xfrm>
          <a:off x="0" y="0"/>
          <a:ext cx="0" cy="0"/>
          <a:chOff x="0" y="0"/>
          <a:chExt cx="0" cy="0"/>
        </a:xfrm>
      </p:grpSpPr>
      <p:pic>
        <p:nvPicPr>
          <p:cNvPr id="370" name="Google Shape;370;p4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71;p46"/>
          <p:cNvGrpSpPr/>
          <p:nvPr/>
        </p:nvGrpSpPr>
        <p:grpSpPr>
          <a:xfrm>
            <a:off x="-1203759" y="-1310750"/>
            <a:ext cx="10783080" cy="7374679"/>
            <a:chOff x="-1203759" y="-1063800"/>
            <a:chExt cx="10783080" cy="7374679"/>
          </a:xfrm>
        </p:grpSpPr>
        <p:pic>
          <p:nvPicPr>
            <p:cNvPr id="372" name="Google Shape;372;p46"/>
            <p:cNvPicPr preferRelativeResize="0"/>
            <p:nvPr/>
          </p:nvPicPr>
          <p:blipFill>
            <a:blip r:embed="rId3" cstate="print">
              <a:alphaModFix amt="29000"/>
            </a:blip>
            <a:stretch>
              <a:fillRect/>
            </a:stretch>
          </p:blipFill>
          <p:spPr>
            <a:xfrm>
              <a:off x="6698098" y="-1063800"/>
              <a:ext cx="2881223" cy="2929874"/>
            </a:xfrm>
            <a:prstGeom prst="rect">
              <a:avLst/>
            </a:prstGeom>
            <a:noFill/>
            <a:ln>
              <a:noFill/>
            </a:ln>
          </p:spPr>
        </p:pic>
        <p:pic>
          <p:nvPicPr>
            <p:cNvPr id="373" name="Google Shape;373;p46"/>
            <p:cNvPicPr preferRelativeResize="0"/>
            <p:nvPr/>
          </p:nvPicPr>
          <p:blipFill>
            <a:blip r:embed="rId4" cstate="print">
              <a:alphaModFix amt="43000"/>
            </a:blip>
            <a:stretch>
              <a:fillRect/>
            </a:stretch>
          </p:blipFill>
          <p:spPr>
            <a:xfrm rot="4408896">
              <a:off x="-467876" y="3900125"/>
              <a:ext cx="1486300" cy="2644623"/>
            </a:xfrm>
            <a:prstGeom prst="rect">
              <a:avLst/>
            </a:prstGeom>
            <a:noFill/>
            <a:ln>
              <a:noFill/>
            </a:ln>
          </p:spPr>
        </p:pic>
      </p:grpSp>
      <p:sp>
        <p:nvSpPr>
          <p:cNvPr id="374" name="Google Shape;374;p46"/>
          <p:cNvSpPr txBox="1">
            <a:spLocks noGrp="1"/>
          </p:cNvSpPr>
          <p:nvPr>
            <p:ph type="title"/>
          </p:nvPr>
        </p:nvSpPr>
        <p:spPr>
          <a:xfrm>
            <a:off x="19119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5" name="Google Shape;375;p46"/>
          <p:cNvSpPr txBox="1">
            <a:spLocks noGrp="1"/>
          </p:cNvSpPr>
          <p:nvPr>
            <p:ph type="subTitle" idx="1"/>
          </p:nvPr>
        </p:nvSpPr>
        <p:spPr>
          <a:xfrm>
            <a:off x="19119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6" name="Google Shape;376;p46"/>
          <p:cNvSpPr txBox="1">
            <a:spLocks noGrp="1"/>
          </p:cNvSpPr>
          <p:nvPr>
            <p:ph type="title" idx="2"/>
          </p:nvPr>
        </p:nvSpPr>
        <p:spPr>
          <a:xfrm>
            <a:off x="4926594"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7" name="Google Shape;377;p46"/>
          <p:cNvSpPr txBox="1">
            <a:spLocks noGrp="1"/>
          </p:cNvSpPr>
          <p:nvPr>
            <p:ph type="subTitle" idx="3"/>
          </p:nvPr>
        </p:nvSpPr>
        <p:spPr>
          <a:xfrm>
            <a:off x="4926594"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8" name="Google Shape;378;p46"/>
          <p:cNvSpPr txBox="1">
            <a:spLocks noGrp="1"/>
          </p:cNvSpPr>
          <p:nvPr>
            <p:ph type="title" idx="4"/>
          </p:nvPr>
        </p:nvSpPr>
        <p:spPr>
          <a:xfrm>
            <a:off x="19119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9" name="Google Shape;379;p46"/>
          <p:cNvSpPr txBox="1">
            <a:spLocks noGrp="1"/>
          </p:cNvSpPr>
          <p:nvPr>
            <p:ph type="subTitle" idx="5"/>
          </p:nvPr>
        </p:nvSpPr>
        <p:spPr>
          <a:xfrm>
            <a:off x="19119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0" name="Google Shape;380;p46"/>
          <p:cNvSpPr txBox="1">
            <a:spLocks noGrp="1"/>
          </p:cNvSpPr>
          <p:nvPr>
            <p:ph type="title" idx="6"/>
          </p:nvPr>
        </p:nvSpPr>
        <p:spPr>
          <a:xfrm>
            <a:off x="4926594"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1" name="Google Shape;381;p46"/>
          <p:cNvSpPr txBox="1">
            <a:spLocks noGrp="1"/>
          </p:cNvSpPr>
          <p:nvPr>
            <p:ph type="subTitle" idx="7"/>
          </p:nvPr>
        </p:nvSpPr>
        <p:spPr>
          <a:xfrm>
            <a:off x="4926594"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2" name="Google Shape;382;p46"/>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383"/>
        <p:cNvGrpSpPr/>
        <p:nvPr/>
      </p:nvGrpSpPr>
      <p:grpSpPr>
        <a:xfrm>
          <a:off x="0" y="0"/>
          <a:ext cx="0" cy="0"/>
          <a:chOff x="0" y="0"/>
          <a:chExt cx="0" cy="0"/>
        </a:xfrm>
      </p:grpSpPr>
      <p:sp>
        <p:nvSpPr>
          <p:cNvPr id="384" name="Google Shape;384;p4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385" name="Google Shape;385;p47"/>
          <p:cNvSpPr txBox="1">
            <a:spLocks noGrp="1"/>
          </p:cNvSpPr>
          <p:nvPr>
            <p:ph type="title" idx="2"/>
          </p:nvPr>
        </p:nvSpPr>
        <p:spPr>
          <a:xfrm>
            <a:off x="1104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6" name="Google Shape;386;p47"/>
          <p:cNvSpPr txBox="1">
            <a:spLocks noGrp="1"/>
          </p:cNvSpPr>
          <p:nvPr>
            <p:ph type="subTitle" idx="1"/>
          </p:nvPr>
        </p:nvSpPr>
        <p:spPr>
          <a:xfrm>
            <a:off x="7165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7" name="Google Shape;387;p47"/>
          <p:cNvSpPr txBox="1">
            <a:spLocks noGrp="1"/>
          </p:cNvSpPr>
          <p:nvPr>
            <p:ph type="title" idx="3"/>
          </p:nvPr>
        </p:nvSpPr>
        <p:spPr>
          <a:xfrm>
            <a:off x="5137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8" name="Google Shape;388;p47"/>
          <p:cNvSpPr txBox="1">
            <a:spLocks noGrp="1"/>
          </p:cNvSpPr>
          <p:nvPr>
            <p:ph type="subTitle" idx="4"/>
          </p:nvPr>
        </p:nvSpPr>
        <p:spPr>
          <a:xfrm>
            <a:off x="46828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9" name="Google Shape;389;p47"/>
          <p:cNvSpPr txBox="1">
            <a:spLocks noGrp="1"/>
          </p:cNvSpPr>
          <p:nvPr>
            <p:ph type="title" idx="5"/>
          </p:nvPr>
        </p:nvSpPr>
        <p:spPr>
          <a:xfrm>
            <a:off x="1104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0" name="Google Shape;390;p47"/>
          <p:cNvSpPr txBox="1">
            <a:spLocks noGrp="1"/>
          </p:cNvSpPr>
          <p:nvPr>
            <p:ph type="subTitle" idx="6"/>
          </p:nvPr>
        </p:nvSpPr>
        <p:spPr>
          <a:xfrm>
            <a:off x="7165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91" name="Google Shape;391;p47"/>
          <p:cNvSpPr txBox="1">
            <a:spLocks noGrp="1"/>
          </p:cNvSpPr>
          <p:nvPr>
            <p:ph type="title" idx="7"/>
          </p:nvPr>
        </p:nvSpPr>
        <p:spPr>
          <a:xfrm>
            <a:off x="5137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2" name="Google Shape;392;p47"/>
          <p:cNvSpPr txBox="1">
            <a:spLocks noGrp="1"/>
          </p:cNvSpPr>
          <p:nvPr>
            <p:ph type="subTitle" idx="8"/>
          </p:nvPr>
        </p:nvSpPr>
        <p:spPr>
          <a:xfrm>
            <a:off x="46828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grpSp>
        <p:nvGrpSpPr>
          <p:cNvPr id="2" name="Google Shape;393;p47"/>
          <p:cNvGrpSpPr/>
          <p:nvPr/>
        </p:nvGrpSpPr>
        <p:grpSpPr>
          <a:xfrm rot="10800000" flipH="1">
            <a:off x="-891002" y="-794254"/>
            <a:ext cx="10578908" cy="3143404"/>
            <a:chOff x="-891002" y="-1020125"/>
            <a:chExt cx="10578908" cy="3143404"/>
          </a:xfrm>
        </p:grpSpPr>
        <p:pic>
          <p:nvPicPr>
            <p:cNvPr id="394" name="Google Shape;394;p47"/>
            <p:cNvPicPr preferRelativeResize="0"/>
            <p:nvPr/>
          </p:nvPicPr>
          <p:blipFill>
            <a:blip r:embed="rId2" cstate="print">
              <a:alphaModFix amt="29000"/>
            </a:blip>
            <a:stretch>
              <a:fillRect/>
            </a:stretch>
          </p:blipFill>
          <p:spPr>
            <a:xfrm>
              <a:off x="-891002" y="-1020125"/>
              <a:ext cx="2881223" cy="2929874"/>
            </a:xfrm>
            <a:prstGeom prst="rect">
              <a:avLst/>
            </a:prstGeom>
            <a:noFill/>
            <a:ln>
              <a:noFill/>
            </a:ln>
          </p:spPr>
        </p:pic>
        <p:pic>
          <p:nvPicPr>
            <p:cNvPr id="395" name="Google Shape;395;p47"/>
            <p:cNvPicPr preferRelativeResize="0"/>
            <p:nvPr/>
          </p:nvPicPr>
          <p:blipFill>
            <a:blip r:embed="rId3" cstate="print">
              <a:alphaModFix amt="43000"/>
            </a:blip>
            <a:stretch>
              <a:fillRect/>
            </a:stretch>
          </p:blipFill>
          <p:spPr>
            <a:xfrm rot="4408896">
              <a:off x="7465724" y="-287475"/>
              <a:ext cx="1486300" cy="2644623"/>
            </a:xfrm>
            <a:prstGeom prst="rect">
              <a:avLst/>
            </a:prstGeom>
            <a:noFill/>
            <a:ln>
              <a:noFill/>
            </a:ln>
          </p:spPr>
        </p:pic>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396"/>
        <p:cNvGrpSpPr/>
        <p:nvPr/>
      </p:nvGrpSpPr>
      <p:grpSpPr>
        <a:xfrm>
          <a:off x="0" y="0"/>
          <a:ext cx="0" cy="0"/>
          <a:chOff x="0" y="0"/>
          <a:chExt cx="0" cy="0"/>
        </a:xfrm>
      </p:grpSpPr>
      <p:pic>
        <p:nvPicPr>
          <p:cNvPr id="397" name="Google Shape;397;p48"/>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398;p48"/>
          <p:cNvGrpSpPr/>
          <p:nvPr/>
        </p:nvGrpSpPr>
        <p:grpSpPr>
          <a:xfrm rot="10800000" flipH="1">
            <a:off x="-891002" y="3689351"/>
            <a:ext cx="10578908" cy="2929874"/>
            <a:chOff x="-891002" y="-1228775"/>
            <a:chExt cx="10578908" cy="2929874"/>
          </a:xfrm>
        </p:grpSpPr>
        <p:pic>
          <p:nvPicPr>
            <p:cNvPr id="399" name="Google Shape;399;p48"/>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00" name="Google Shape;400;p48"/>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401" name="Google Shape;401;p48"/>
          <p:cNvSpPr txBox="1">
            <a:spLocks noGrp="1"/>
          </p:cNvSpPr>
          <p:nvPr>
            <p:ph type="title"/>
          </p:nvPr>
        </p:nvSpPr>
        <p:spPr>
          <a:xfrm>
            <a:off x="720000"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2" name="Google Shape;402;p48"/>
          <p:cNvSpPr txBox="1">
            <a:spLocks noGrp="1"/>
          </p:cNvSpPr>
          <p:nvPr>
            <p:ph type="subTitle" idx="1"/>
          </p:nvPr>
        </p:nvSpPr>
        <p:spPr>
          <a:xfrm>
            <a:off x="720000"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3" name="Google Shape;403;p48"/>
          <p:cNvSpPr txBox="1">
            <a:spLocks noGrp="1"/>
          </p:cNvSpPr>
          <p:nvPr>
            <p:ph type="title" idx="2"/>
          </p:nvPr>
        </p:nvSpPr>
        <p:spPr>
          <a:xfrm>
            <a:off x="3419269"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4" name="Google Shape;404;p48"/>
          <p:cNvSpPr txBox="1">
            <a:spLocks noGrp="1"/>
          </p:cNvSpPr>
          <p:nvPr>
            <p:ph type="subTitle" idx="3"/>
          </p:nvPr>
        </p:nvSpPr>
        <p:spPr>
          <a:xfrm>
            <a:off x="3419269"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5" name="Google Shape;405;p48"/>
          <p:cNvSpPr txBox="1">
            <a:spLocks noGrp="1"/>
          </p:cNvSpPr>
          <p:nvPr>
            <p:ph type="title" idx="4"/>
          </p:nvPr>
        </p:nvSpPr>
        <p:spPr>
          <a:xfrm>
            <a:off x="2069638"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6" name="Google Shape;406;p48"/>
          <p:cNvSpPr txBox="1">
            <a:spLocks noGrp="1"/>
          </p:cNvSpPr>
          <p:nvPr>
            <p:ph type="subTitle" idx="5"/>
          </p:nvPr>
        </p:nvSpPr>
        <p:spPr>
          <a:xfrm>
            <a:off x="2069638"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7" name="Google Shape;407;p48"/>
          <p:cNvSpPr txBox="1">
            <a:spLocks noGrp="1"/>
          </p:cNvSpPr>
          <p:nvPr>
            <p:ph type="title" idx="6"/>
          </p:nvPr>
        </p:nvSpPr>
        <p:spPr>
          <a:xfrm>
            <a:off x="4768907"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8" name="Google Shape;408;p48"/>
          <p:cNvSpPr txBox="1">
            <a:spLocks noGrp="1"/>
          </p:cNvSpPr>
          <p:nvPr>
            <p:ph type="subTitle" idx="7"/>
          </p:nvPr>
        </p:nvSpPr>
        <p:spPr>
          <a:xfrm>
            <a:off x="4768907"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9" name="Google Shape;409;p48"/>
          <p:cNvSpPr txBox="1">
            <a:spLocks noGrp="1"/>
          </p:cNvSpPr>
          <p:nvPr>
            <p:ph type="title" idx="8"/>
          </p:nvPr>
        </p:nvSpPr>
        <p:spPr>
          <a:xfrm>
            <a:off x="6118545"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10" name="Google Shape;410;p48"/>
          <p:cNvSpPr txBox="1">
            <a:spLocks noGrp="1"/>
          </p:cNvSpPr>
          <p:nvPr>
            <p:ph type="subTitle" idx="9"/>
          </p:nvPr>
        </p:nvSpPr>
        <p:spPr>
          <a:xfrm>
            <a:off x="6118545"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1" name="Google Shape;411;p48"/>
          <p:cNvSpPr txBox="1">
            <a:spLocks noGrp="1"/>
          </p:cNvSpPr>
          <p:nvPr>
            <p:ph type="title" idx="13"/>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412"/>
        <p:cNvGrpSpPr/>
        <p:nvPr/>
      </p:nvGrpSpPr>
      <p:grpSpPr>
        <a:xfrm>
          <a:off x="0" y="0"/>
          <a:ext cx="0" cy="0"/>
          <a:chOff x="0" y="0"/>
          <a:chExt cx="0" cy="0"/>
        </a:xfrm>
      </p:grpSpPr>
      <p:pic>
        <p:nvPicPr>
          <p:cNvPr id="413" name="Google Shape;413;p4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14" name="Google Shape;414;p49"/>
          <p:cNvSpPr txBox="1">
            <a:spLocks noGrp="1"/>
          </p:cNvSpPr>
          <p:nvPr>
            <p:ph type="title" hasCustomPrompt="1"/>
          </p:nvPr>
        </p:nvSpPr>
        <p:spPr>
          <a:xfrm>
            <a:off x="1312156" y="19972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5" name="Google Shape;415;p49"/>
          <p:cNvSpPr txBox="1">
            <a:spLocks noGrp="1"/>
          </p:cNvSpPr>
          <p:nvPr>
            <p:ph type="subTitle" idx="1"/>
          </p:nvPr>
        </p:nvSpPr>
        <p:spPr>
          <a:xfrm>
            <a:off x="1312225" y="4188588"/>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49"/>
          <p:cNvSpPr txBox="1">
            <a:spLocks noGrp="1"/>
          </p:cNvSpPr>
          <p:nvPr>
            <p:ph type="title" idx="2" hasCustomPrompt="1"/>
          </p:nvPr>
        </p:nvSpPr>
        <p:spPr>
          <a:xfrm>
            <a:off x="1312144" y="34175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7" name="Google Shape;417;p49"/>
          <p:cNvSpPr txBox="1">
            <a:spLocks noGrp="1"/>
          </p:cNvSpPr>
          <p:nvPr>
            <p:ph type="subTitle" idx="3"/>
          </p:nvPr>
        </p:nvSpPr>
        <p:spPr>
          <a:xfrm>
            <a:off x="1312175" y="12895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8" name="Google Shape;418;p49"/>
          <p:cNvSpPr txBox="1">
            <a:spLocks noGrp="1"/>
          </p:cNvSpPr>
          <p:nvPr>
            <p:ph type="title" idx="4" hasCustomPrompt="1"/>
          </p:nvPr>
        </p:nvSpPr>
        <p:spPr>
          <a:xfrm>
            <a:off x="1312181" y="5769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9" name="Google Shape;419;p49"/>
          <p:cNvSpPr txBox="1">
            <a:spLocks noGrp="1"/>
          </p:cNvSpPr>
          <p:nvPr>
            <p:ph type="subTitle" idx="5"/>
          </p:nvPr>
        </p:nvSpPr>
        <p:spPr>
          <a:xfrm>
            <a:off x="1312225" y="27098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20;p49"/>
          <p:cNvGrpSpPr/>
          <p:nvPr/>
        </p:nvGrpSpPr>
        <p:grpSpPr>
          <a:xfrm>
            <a:off x="-1956832" y="-1968099"/>
            <a:ext cx="12940132" cy="7885148"/>
            <a:chOff x="-1956832" y="-1968099"/>
            <a:chExt cx="12940132" cy="7885148"/>
          </a:xfrm>
        </p:grpSpPr>
        <p:pic>
          <p:nvPicPr>
            <p:cNvPr id="421" name="Google Shape;421;p49"/>
            <p:cNvPicPr preferRelativeResize="0"/>
            <p:nvPr/>
          </p:nvPicPr>
          <p:blipFill>
            <a:blip r:embed="rId3" cstate="print">
              <a:alphaModFix amt="23000"/>
            </a:blip>
            <a:stretch>
              <a:fillRect/>
            </a:stretch>
          </p:blipFill>
          <p:spPr>
            <a:xfrm rot="-9618045">
              <a:off x="-1253698" y="364923"/>
              <a:ext cx="3030302" cy="4698001"/>
            </a:xfrm>
            <a:prstGeom prst="rect">
              <a:avLst/>
            </a:prstGeom>
            <a:noFill/>
            <a:ln>
              <a:noFill/>
            </a:ln>
          </p:spPr>
        </p:pic>
        <p:pic>
          <p:nvPicPr>
            <p:cNvPr id="422" name="Google Shape;422;p49"/>
            <p:cNvPicPr preferRelativeResize="0"/>
            <p:nvPr/>
          </p:nvPicPr>
          <p:blipFill>
            <a:blip r:embed="rId4" cstate="print">
              <a:alphaModFix amt="29000"/>
            </a:blip>
            <a:stretch>
              <a:fillRect/>
            </a:stretch>
          </p:blipFill>
          <p:spPr>
            <a:xfrm>
              <a:off x="7260176" y="-1968099"/>
              <a:ext cx="3723124" cy="7885148"/>
            </a:xfrm>
            <a:prstGeom prst="rect">
              <a:avLst/>
            </a:prstGeom>
            <a:noFill/>
            <a:ln>
              <a:noFill/>
            </a:ln>
          </p:spPr>
        </p:pic>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423"/>
        <p:cNvGrpSpPr/>
        <p:nvPr/>
      </p:nvGrpSpPr>
      <p:grpSpPr>
        <a:xfrm>
          <a:off x="0" y="0"/>
          <a:ext cx="0" cy="0"/>
          <a:chOff x="0" y="0"/>
          <a:chExt cx="0" cy="0"/>
        </a:xfrm>
      </p:grpSpPr>
      <p:pic>
        <p:nvPicPr>
          <p:cNvPr id="424" name="Google Shape;424;p5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25" name="Google Shape;425;p50"/>
          <p:cNvSpPr txBox="1">
            <a:spLocks noGrp="1"/>
          </p:cNvSpPr>
          <p:nvPr>
            <p:ph type="title" hasCustomPrompt="1"/>
          </p:nvPr>
        </p:nvSpPr>
        <p:spPr>
          <a:xfrm>
            <a:off x="1991075" y="28280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solidFill>
                  <a:schemeClr val="accent1"/>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6" name="Google Shape;426;p50"/>
          <p:cNvSpPr txBox="1">
            <a:spLocks noGrp="1"/>
          </p:cNvSpPr>
          <p:nvPr>
            <p:ph type="subTitle" idx="1"/>
          </p:nvPr>
        </p:nvSpPr>
        <p:spPr>
          <a:xfrm>
            <a:off x="1991091" y="19373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27" name="Google Shape;427;p50"/>
          <p:cNvSpPr txBox="1">
            <a:spLocks noGrp="1"/>
          </p:cNvSpPr>
          <p:nvPr>
            <p:ph type="title" idx="2" hasCustomPrompt="1"/>
          </p:nvPr>
        </p:nvSpPr>
        <p:spPr>
          <a:xfrm>
            <a:off x="1991100" y="10196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8" name="Google Shape;428;p50"/>
          <p:cNvSpPr txBox="1">
            <a:spLocks noGrp="1"/>
          </p:cNvSpPr>
          <p:nvPr>
            <p:ph type="subTitle" idx="3"/>
          </p:nvPr>
        </p:nvSpPr>
        <p:spPr>
          <a:xfrm>
            <a:off x="1991130" y="37458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429" name="Google Shape;429;p50"/>
          <p:cNvPicPr preferRelativeResize="0"/>
          <p:nvPr/>
        </p:nvPicPr>
        <p:blipFill>
          <a:blip r:embed="rId3" cstate="print">
            <a:alphaModFix amt="23000"/>
          </a:blip>
          <a:stretch>
            <a:fillRect/>
          </a:stretch>
        </p:blipFill>
        <p:spPr>
          <a:xfrm rot="-1181955" flipH="1">
            <a:off x="-1253698" y="-1113975"/>
            <a:ext cx="3030302" cy="4698001"/>
          </a:xfrm>
          <a:prstGeom prst="rect">
            <a:avLst/>
          </a:prstGeom>
          <a:noFill/>
          <a:ln>
            <a:noFill/>
          </a:ln>
        </p:spPr>
      </p:pic>
      <p:pic>
        <p:nvPicPr>
          <p:cNvPr id="430" name="Google Shape;430;p50"/>
          <p:cNvPicPr preferRelativeResize="0"/>
          <p:nvPr/>
        </p:nvPicPr>
        <p:blipFill>
          <a:blip r:embed="rId3" cstate="print">
            <a:alphaModFix amt="23000"/>
          </a:blip>
          <a:stretch>
            <a:fillRect/>
          </a:stretch>
        </p:blipFill>
        <p:spPr>
          <a:xfrm rot="2567899" flipH="1">
            <a:off x="7747451" y="1912351"/>
            <a:ext cx="3030303" cy="4698002"/>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431"/>
        <p:cNvGrpSpPr/>
        <p:nvPr/>
      </p:nvGrpSpPr>
      <p:grpSpPr>
        <a:xfrm>
          <a:off x="0" y="0"/>
          <a:ext cx="0" cy="0"/>
          <a:chOff x="0" y="0"/>
          <a:chExt cx="0" cy="0"/>
        </a:xfrm>
      </p:grpSpPr>
      <p:pic>
        <p:nvPicPr>
          <p:cNvPr id="432" name="Google Shape;432;p5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33" name="Google Shape;433;p51"/>
          <p:cNvSpPr txBox="1">
            <a:spLocks noGrp="1"/>
          </p:cNvSpPr>
          <p:nvPr>
            <p:ph type="title" hasCustomPrompt="1"/>
          </p:nvPr>
        </p:nvSpPr>
        <p:spPr>
          <a:xfrm>
            <a:off x="3331628" y="1815466"/>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4" name="Google Shape;434;p51"/>
          <p:cNvSpPr txBox="1">
            <a:spLocks noGrp="1"/>
          </p:cNvSpPr>
          <p:nvPr>
            <p:ph type="subTitle" idx="1"/>
          </p:nvPr>
        </p:nvSpPr>
        <p:spPr>
          <a:xfrm>
            <a:off x="6195725"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5" name="Google Shape;435;p51"/>
          <p:cNvSpPr txBox="1">
            <a:spLocks noGrp="1"/>
          </p:cNvSpPr>
          <p:nvPr>
            <p:ph type="title" idx="2" hasCustomPrompt="1"/>
          </p:nvPr>
        </p:nvSpPr>
        <p:spPr>
          <a:xfrm>
            <a:off x="5948173" y="1815454"/>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6" name="Google Shape;436;p51"/>
          <p:cNvSpPr txBox="1">
            <a:spLocks noGrp="1"/>
          </p:cNvSpPr>
          <p:nvPr>
            <p:ph type="subTitle" idx="3"/>
          </p:nvPr>
        </p:nvSpPr>
        <p:spPr>
          <a:xfrm>
            <a:off x="96261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7" name="Google Shape;437;p51"/>
          <p:cNvSpPr txBox="1">
            <a:spLocks noGrp="1"/>
          </p:cNvSpPr>
          <p:nvPr>
            <p:ph type="title" idx="4" hasCustomPrompt="1"/>
          </p:nvPr>
        </p:nvSpPr>
        <p:spPr>
          <a:xfrm>
            <a:off x="715112" y="1844691"/>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8" name="Google Shape;438;p51"/>
          <p:cNvSpPr txBox="1">
            <a:spLocks noGrp="1"/>
          </p:cNvSpPr>
          <p:nvPr>
            <p:ph type="subTitle" idx="5"/>
          </p:nvPr>
        </p:nvSpPr>
        <p:spPr>
          <a:xfrm>
            <a:off x="357916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39;p51"/>
          <p:cNvGrpSpPr/>
          <p:nvPr/>
        </p:nvGrpSpPr>
        <p:grpSpPr>
          <a:xfrm>
            <a:off x="-1923024" y="-1968099"/>
            <a:ext cx="13199162" cy="7885148"/>
            <a:chOff x="-1923024" y="-1968099"/>
            <a:chExt cx="13199162" cy="7885148"/>
          </a:xfrm>
        </p:grpSpPr>
        <p:pic>
          <p:nvPicPr>
            <p:cNvPr id="440" name="Google Shape;440;p51"/>
            <p:cNvPicPr preferRelativeResize="0"/>
            <p:nvPr/>
          </p:nvPicPr>
          <p:blipFill>
            <a:blip r:embed="rId3" cstate="print">
              <a:alphaModFix amt="23000"/>
            </a:blip>
            <a:stretch>
              <a:fillRect/>
            </a:stretch>
          </p:blipFill>
          <p:spPr>
            <a:xfrm rot="-9618045">
              <a:off x="7542702" y="364923"/>
              <a:ext cx="3030302" cy="4698001"/>
            </a:xfrm>
            <a:prstGeom prst="rect">
              <a:avLst/>
            </a:prstGeom>
            <a:noFill/>
            <a:ln>
              <a:noFill/>
            </a:ln>
          </p:spPr>
        </p:pic>
        <p:pic>
          <p:nvPicPr>
            <p:cNvPr id="441" name="Google Shape;441;p51"/>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42" name="Google Shape;442;p51"/>
          <p:cNvSpPr txBox="1">
            <a:spLocks noGrp="1"/>
          </p:cNvSpPr>
          <p:nvPr>
            <p:ph type="subTitle" idx="6"/>
          </p:nvPr>
        </p:nvSpPr>
        <p:spPr>
          <a:xfrm>
            <a:off x="6195725" y="3761146"/>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3" name="Google Shape;443;p51"/>
          <p:cNvSpPr txBox="1">
            <a:spLocks noGrp="1"/>
          </p:cNvSpPr>
          <p:nvPr>
            <p:ph type="subTitle" idx="7"/>
          </p:nvPr>
        </p:nvSpPr>
        <p:spPr>
          <a:xfrm>
            <a:off x="962612" y="3761145"/>
            <a:ext cx="1985700" cy="7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4" name="Google Shape;444;p51"/>
          <p:cNvSpPr txBox="1">
            <a:spLocks noGrp="1"/>
          </p:cNvSpPr>
          <p:nvPr>
            <p:ph type="subTitle" idx="8"/>
          </p:nvPr>
        </p:nvSpPr>
        <p:spPr>
          <a:xfrm>
            <a:off x="3579162" y="3761147"/>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5" name="Google Shape;445;p51"/>
          <p:cNvSpPr txBox="1">
            <a:spLocks noGrp="1"/>
          </p:cNvSpPr>
          <p:nvPr>
            <p:ph type="title" idx="9"/>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446"/>
        <p:cNvGrpSpPr/>
        <p:nvPr/>
      </p:nvGrpSpPr>
      <p:grpSpPr>
        <a:xfrm>
          <a:off x="0" y="0"/>
          <a:ext cx="0" cy="0"/>
          <a:chOff x="0" y="0"/>
          <a:chExt cx="0" cy="0"/>
        </a:xfrm>
      </p:grpSpPr>
      <p:pic>
        <p:nvPicPr>
          <p:cNvPr id="447" name="Google Shape;447;p52"/>
          <p:cNvPicPr preferRelativeResize="0"/>
          <p:nvPr/>
        </p:nvPicPr>
        <p:blipFill>
          <a:blip r:embed="rId2" cstate="print">
            <a:alphaModFix amt="57000"/>
          </a:blip>
          <a:stretch>
            <a:fillRect/>
          </a:stretch>
        </p:blipFill>
        <p:spPr>
          <a:xfrm rot="10800000">
            <a:off x="-11" y="0"/>
            <a:ext cx="9144000" cy="5143500"/>
          </a:xfrm>
          <a:prstGeom prst="rect">
            <a:avLst/>
          </a:prstGeom>
          <a:noFill/>
          <a:ln>
            <a:noFill/>
          </a:ln>
        </p:spPr>
      </p:pic>
      <p:sp>
        <p:nvSpPr>
          <p:cNvPr id="448" name="Google Shape;448;p52"/>
          <p:cNvSpPr txBox="1">
            <a:spLocks noGrp="1"/>
          </p:cNvSpPr>
          <p:nvPr>
            <p:ph type="title" hasCustomPrompt="1"/>
          </p:nvPr>
        </p:nvSpPr>
        <p:spPr>
          <a:xfrm>
            <a:off x="715101" y="21450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49" name="Google Shape;449;p52"/>
          <p:cNvSpPr txBox="1">
            <a:spLocks noGrp="1"/>
          </p:cNvSpPr>
          <p:nvPr>
            <p:ph type="subTitle" idx="1"/>
          </p:nvPr>
        </p:nvSpPr>
        <p:spPr>
          <a:xfrm>
            <a:off x="4889626" y="1344850"/>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0" name="Google Shape;450;p52"/>
          <p:cNvSpPr txBox="1">
            <a:spLocks noGrp="1"/>
          </p:cNvSpPr>
          <p:nvPr>
            <p:ph type="title" idx="2" hasCustomPrompt="1"/>
          </p:nvPr>
        </p:nvSpPr>
        <p:spPr>
          <a:xfrm>
            <a:off x="715106" y="1344838"/>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1" name="Google Shape;451;p52"/>
          <p:cNvSpPr txBox="1">
            <a:spLocks noGrp="1"/>
          </p:cNvSpPr>
          <p:nvPr>
            <p:ph type="subTitle" idx="3"/>
          </p:nvPr>
        </p:nvSpPr>
        <p:spPr>
          <a:xfrm>
            <a:off x="4889626" y="2145009"/>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52;p52"/>
          <p:cNvGrpSpPr/>
          <p:nvPr/>
        </p:nvGrpSpPr>
        <p:grpSpPr>
          <a:xfrm rot="10800000">
            <a:off x="-2743074" y="-793849"/>
            <a:ext cx="13820262" cy="7885148"/>
            <a:chOff x="-1923024" y="-1968099"/>
            <a:chExt cx="13820262" cy="7885148"/>
          </a:xfrm>
        </p:grpSpPr>
        <p:pic>
          <p:nvPicPr>
            <p:cNvPr id="453" name="Google Shape;453;p52"/>
            <p:cNvPicPr preferRelativeResize="0"/>
            <p:nvPr/>
          </p:nvPicPr>
          <p:blipFill>
            <a:blip r:embed="rId3" cstate="print">
              <a:alphaModFix amt="23000"/>
            </a:blip>
            <a:stretch>
              <a:fillRect/>
            </a:stretch>
          </p:blipFill>
          <p:spPr>
            <a:xfrm rot="-9618045">
              <a:off x="8163802" y="515323"/>
              <a:ext cx="3030302" cy="4698001"/>
            </a:xfrm>
            <a:prstGeom prst="rect">
              <a:avLst/>
            </a:prstGeom>
            <a:noFill/>
            <a:ln>
              <a:noFill/>
            </a:ln>
          </p:spPr>
        </p:pic>
        <p:pic>
          <p:nvPicPr>
            <p:cNvPr id="454" name="Google Shape;454;p52"/>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55" name="Google Shape;455;p52"/>
          <p:cNvSpPr txBox="1">
            <a:spLocks noGrp="1"/>
          </p:cNvSpPr>
          <p:nvPr>
            <p:ph type="subTitle" idx="4"/>
          </p:nvPr>
        </p:nvSpPr>
        <p:spPr>
          <a:xfrm>
            <a:off x="6515000" y="1344838"/>
            <a:ext cx="19089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6" name="Google Shape;456;p52"/>
          <p:cNvSpPr txBox="1">
            <a:spLocks noGrp="1"/>
          </p:cNvSpPr>
          <p:nvPr>
            <p:ph type="subTitle" idx="5"/>
          </p:nvPr>
        </p:nvSpPr>
        <p:spPr>
          <a:xfrm>
            <a:off x="6515000" y="21450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7" name="Google Shape;457;p52"/>
          <p:cNvSpPr txBox="1">
            <a:spLocks noGrp="1"/>
          </p:cNvSpPr>
          <p:nvPr>
            <p:ph type="title" idx="6"/>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458" name="Google Shape;458;p52"/>
          <p:cNvSpPr txBox="1">
            <a:spLocks noGrp="1"/>
          </p:cNvSpPr>
          <p:nvPr>
            <p:ph type="title" idx="7" hasCustomPrompt="1"/>
          </p:nvPr>
        </p:nvSpPr>
        <p:spPr>
          <a:xfrm>
            <a:off x="715101" y="294515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9" name="Google Shape;459;p52"/>
          <p:cNvSpPr txBox="1">
            <a:spLocks noGrp="1"/>
          </p:cNvSpPr>
          <p:nvPr>
            <p:ph type="subTitle" idx="8"/>
          </p:nvPr>
        </p:nvSpPr>
        <p:spPr>
          <a:xfrm>
            <a:off x="4889626" y="2945155"/>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0" name="Google Shape;460;p52"/>
          <p:cNvSpPr txBox="1">
            <a:spLocks noGrp="1"/>
          </p:cNvSpPr>
          <p:nvPr>
            <p:ph type="subTitle" idx="9"/>
          </p:nvPr>
        </p:nvSpPr>
        <p:spPr>
          <a:xfrm>
            <a:off x="6515000" y="294515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1" name="Google Shape;461;p52"/>
          <p:cNvSpPr txBox="1">
            <a:spLocks noGrp="1"/>
          </p:cNvSpPr>
          <p:nvPr>
            <p:ph type="title" idx="13" hasCustomPrompt="1"/>
          </p:nvPr>
        </p:nvSpPr>
        <p:spPr>
          <a:xfrm>
            <a:off x="715101" y="37453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62" name="Google Shape;462;p52"/>
          <p:cNvSpPr txBox="1">
            <a:spLocks noGrp="1"/>
          </p:cNvSpPr>
          <p:nvPr>
            <p:ph type="subTitle" idx="14"/>
          </p:nvPr>
        </p:nvSpPr>
        <p:spPr>
          <a:xfrm>
            <a:off x="4889626" y="3745301"/>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3" name="Google Shape;463;p52"/>
          <p:cNvSpPr txBox="1">
            <a:spLocks noGrp="1"/>
          </p:cNvSpPr>
          <p:nvPr>
            <p:ph type="subTitle" idx="15"/>
          </p:nvPr>
        </p:nvSpPr>
        <p:spPr>
          <a:xfrm>
            <a:off x="6515000" y="37453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four columns 3">
  <p:cSld name="Title and four columns 3">
    <p:spTree>
      <p:nvGrpSpPr>
        <p:cNvPr id="1" name="Shape 464"/>
        <p:cNvGrpSpPr/>
        <p:nvPr/>
      </p:nvGrpSpPr>
      <p:grpSpPr>
        <a:xfrm>
          <a:off x="0" y="0"/>
          <a:ext cx="0" cy="0"/>
          <a:chOff x="0" y="0"/>
          <a:chExt cx="0" cy="0"/>
        </a:xfrm>
      </p:grpSpPr>
      <p:sp>
        <p:nvSpPr>
          <p:cNvPr id="465" name="Google Shape;465;p53"/>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466" name="Google Shape;466;p53"/>
          <p:cNvSpPr txBox="1">
            <a:spLocks noGrp="1"/>
          </p:cNvSpPr>
          <p:nvPr>
            <p:ph type="title" idx="2"/>
          </p:nvPr>
        </p:nvSpPr>
        <p:spPr>
          <a:xfrm>
            <a:off x="883625" y="148907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7" name="Google Shape;467;p53"/>
          <p:cNvSpPr txBox="1">
            <a:spLocks noGrp="1"/>
          </p:cNvSpPr>
          <p:nvPr>
            <p:ph type="subTitle" idx="1"/>
          </p:nvPr>
        </p:nvSpPr>
        <p:spPr>
          <a:xfrm>
            <a:off x="3080450" y="1489075"/>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8" name="Google Shape;468;p53"/>
          <p:cNvSpPr txBox="1">
            <a:spLocks noGrp="1"/>
          </p:cNvSpPr>
          <p:nvPr>
            <p:ph type="title" idx="3"/>
          </p:nvPr>
        </p:nvSpPr>
        <p:spPr>
          <a:xfrm>
            <a:off x="883625" y="230790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9" name="Google Shape;469;p53"/>
          <p:cNvSpPr txBox="1">
            <a:spLocks noGrp="1"/>
          </p:cNvSpPr>
          <p:nvPr>
            <p:ph type="subTitle" idx="4"/>
          </p:nvPr>
        </p:nvSpPr>
        <p:spPr>
          <a:xfrm>
            <a:off x="3080450" y="230790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0" name="Google Shape;470;p53"/>
          <p:cNvSpPr txBox="1">
            <a:spLocks noGrp="1"/>
          </p:cNvSpPr>
          <p:nvPr>
            <p:ph type="title" idx="5"/>
          </p:nvPr>
        </p:nvSpPr>
        <p:spPr>
          <a:xfrm>
            <a:off x="883625" y="312672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1" name="Google Shape;471;p53"/>
          <p:cNvSpPr txBox="1">
            <a:spLocks noGrp="1"/>
          </p:cNvSpPr>
          <p:nvPr>
            <p:ph type="subTitle" idx="6"/>
          </p:nvPr>
        </p:nvSpPr>
        <p:spPr>
          <a:xfrm>
            <a:off x="3080450" y="3126725"/>
            <a:ext cx="3782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2" name="Google Shape;472;p53"/>
          <p:cNvSpPr txBox="1">
            <a:spLocks noGrp="1"/>
          </p:cNvSpPr>
          <p:nvPr>
            <p:ph type="title" idx="7"/>
          </p:nvPr>
        </p:nvSpPr>
        <p:spPr>
          <a:xfrm>
            <a:off x="883625" y="394555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3" name="Google Shape;473;p53"/>
          <p:cNvSpPr txBox="1">
            <a:spLocks noGrp="1"/>
          </p:cNvSpPr>
          <p:nvPr>
            <p:ph type="subTitle" idx="8"/>
          </p:nvPr>
        </p:nvSpPr>
        <p:spPr>
          <a:xfrm>
            <a:off x="3080450" y="394555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474"/>
        <p:cNvGrpSpPr/>
        <p:nvPr/>
      </p:nvGrpSpPr>
      <p:grpSpPr>
        <a:xfrm>
          <a:off x="0" y="0"/>
          <a:ext cx="0" cy="0"/>
          <a:chOff x="0" y="0"/>
          <a:chExt cx="0" cy="0"/>
        </a:xfrm>
      </p:grpSpPr>
      <p:pic>
        <p:nvPicPr>
          <p:cNvPr id="475" name="Google Shape;475;p54"/>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pic>
        <p:nvPicPr>
          <p:cNvPr id="476" name="Google Shape;476;p54"/>
          <p:cNvPicPr preferRelativeResize="0"/>
          <p:nvPr/>
        </p:nvPicPr>
        <p:blipFill>
          <a:blip r:embed="rId3" cstate="print">
            <a:alphaModFix amt="16000"/>
          </a:blip>
          <a:stretch>
            <a:fillRect/>
          </a:stretch>
        </p:blipFill>
        <p:spPr>
          <a:xfrm rot="10800000">
            <a:off x="0" y="2027050"/>
            <a:ext cx="9144003" cy="3116462"/>
          </a:xfrm>
          <a:prstGeom prst="rect">
            <a:avLst/>
          </a:prstGeom>
          <a:noFill/>
          <a:ln>
            <a:noFill/>
          </a:ln>
        </p:spPr>
      </p:pic>
      <p:sp>
        <p:nvSpPr>
          <p:cNvPr id="477" name="Google Shape;477;p54"/>
          <p:cNvSpPr txBox="1">
            <a:spLocks noGrp="1"/>
          </p:cNvSpPr>
          <p:nvPr>
            <p:ph type="title"/>
          </p:nvPr>
        </p:nvSpPr>
        <p:spPr>
          <a:xfrm flipH="1">
            <a:off x="2476075" y="1588775"/>
            <a:ext cx="42912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
        <p:nvSpPr>
          <p:cNvPr id="478" name="Google Shape;478;p54"/>
          <p:cNvSpPr txBox="1">
            <a:spLocks noGrp="1"/>
          </p:cNvSpPr>
          <p:nvPr>
            <p:ph type="subTitle" idx="1"/>
          </p:nvPr>
        </p:nvSpPr>
        <p:spPr>
          <a:xfrm flipH="1">
            <a:off x="2476075" y="2968230"/>
            <a:ext cx="42912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9">
  <p:cSld name="Title and text 9">
    <p:spTree>
      <p:nvGrpSpPr>
        <p:cNvPr id="1" name="Shape 479"/>
        <p:cNvGrpSpPr/>
        <p:nvPr/>
      </p:nvGrpSpPr>
      <p:grpSpPr>
        <a:xfrm>
          <a:off x="0" y="0"/>
          <a:ext cx="0" cy="0"/>
          <a:chOff x="0" y="0"/>
          <a:chExt cx="0" cy="0"/>
        </a:xfrm>
      </p:grpSpPr>
      <p:pic>
        <p:nvPicPr>
          <p:cNvPr id="480" name="Google Shape;480;p55"/>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1" name="Google Shape;481;p55"/>
          <p:cNvSpPr txBox="1">
            <a:spLocks noGrp="1"/>
          </p:cNvSpPr>
          <p:nvPr>
            <p:ph type="title"/>
          </p:nvPr>
        </p:nvSpPr>
        <p:spPr>
          <a:xfrm flipH="1">
            <a:off x="4320775" y="1588775"/>
            <a:ext cx="41100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rPr lang="en-US"/>
              <a:t>Click to edit Master title style</a:t>
            </a:r>
            <a:endParaRPr/>
          </a:p>
        </p:txBody>
      </p:sp>
      <p:sp>
        <p:nvSpPr>
          <p:cNvPr id="482" name="Google Shape;482;p55"/>
          <p:cNvSpPr txBox="1">
            <a:spLocks noGrp="1"/>
          </p:cNvSpPr>
          <p:nvPr>
            <p:ph type="subTitle" idx="1"/>
          </p:nvPr>
        </p:nvSpPr>
        <p:spPr>
          <a:xfrm flipH="1">
            <a:off x="4320775" y="2968225"/>
            <a:ext cx="41100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83;p55"/>
          <p:cNvGrpSpPr/>
          <p:nvPr/>
        </p:nvGrpSpPr>
        <p:grpSpPr>
          <a:xfrm rot="10800000" flipH="1">
            <a:off x="-616659" y="-488554"/>
            <a:ext cx="10865580" cy="6700154"/>
            <a:chOff x="-713684" y="-2669900"/>
            <a:chExt cx="10865580" cy="6700154"/>
          </a:xfrm>
        </p:grpSpPr>
        <p:pic>
          <p:nvPicPr>
            <p:cNvPr id="484" name="Google Shape;484;p55"/>
            <p:cNvPicPr preferRelativeResize="0"/>
            <p:nvPr/>
          </p:nvPicPr>
          <p:blipFill>
            <a:blip r:embed="rId3" cstate="print">
              <a:alphaModFix amt="29000"/>
            </a:blip>
            <a:stretch>
              <a:fillRect/>
            </a:stretch>
          </p:blipFill>
          <p:spPr>
            <a:xfrm>
              <a:off x="7270673" y="-2669900"/>
              <a:ext cx="2881223" cy="2929874"/>
            </a:xfrm>
            <a:prstGeom prst="rect">
              <a:avLst/>
            </a:prstGeom>
            <a:noFill/>
            <a:ln>
              <a:noFill/>
            </a:ln>
          </p:spPr>
        </p:pic>
        <p:pic>
          <p:nvPicPr>
            <p:cNvPr id="485" name="Google Shape;485;p55"/>
            <p:cNvPicPr preferRelativeResize="0"/>
            <p:nvPr/>
          </p:nvPicPr>
          <p:blipFill>
            <a:blip r:embed="rId4" cstate="print">
              <a:alphaModFix amt="43000"/>
            </a:blip>
            <a:stretch>
              <a:fillRect/>
            </a:stretch>
          </p:blipFill>
          <p:spPr>
            <a:xfrm rot="4408896">
              <a:off x="22199" y="1619500"/>
              <a:ext cx="1486300" cy="2644623"/>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486"/>
        <p:cNvGrpSpPr/>
        <p:nvPr/>
      </p:nvGrpSpPr>
      <p:grpSpPr>
        <a:xfrm>
          <a:off x="0" y="0"/>
          <a:ext cx="0" cy="0"/>
          <a:chOff x="0" y="0"/>
          <a:chExt cx="0" cy="0"/>
        </a:xfrm>
      </p:grpSpPr>
      <p:pic>
        <p:nvPicPr>
          <p:cNvPr id="487" name="Google Shape;487;p56"/>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8" name="Google Shape;488;p56"/>
          <p:cNvSpPr txBox="1">
            <a:spLocks noGrp="1"/>
          </p:cNvSpPr>
          <p:nvPr>
            <p:ph type="title"/>
          </p:nvPr>
        </p:nvSpPr>
        <p:spPr>
          <a:xfrm>
            <a:off x="4408076" y="1740900"/>
            <a:ext cx="2861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89" name="Google Shape;489;p56"/>
          <p:cNvSpPr txBox="1">
            <a:spLocks noGrp="1"/>
          </p:cNvSpPr>
          <p:nvPr>
            <p:ph type="subTitle" idx="1"/>
          </p:nvPr>
        </p:nvSpPr>
        <p:spPr>
          <a:xfrm>
            <a:off x="4408076" y="2313597"/>
            <a:ext cx="2861100" cy="108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90;p56"/>
          <p:cNvGrpSpPr/>
          <p:nvPr/>
        </p:nvGrpSpPr>
        <p:grpSpPr>
          <a:xfrm rot="10800000">
            <a:off x="-891002" y="3689351"/>
            <a:ext cx="10578908" cy="2929874"/>
            <a:chOff x="-891002" y="-1228775"/>
            <a:chExt cx="10578908" cy="2929874"/>
          </a:xfrm>
        </p:grpSpPr>
        <p:pic>
          <p:nvPicPr>
            <p:cNvPr id="491" name="Google Shape;491;p56"/>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92" name="Google Shape;492;p56"/>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493"/>
        <p:cNvGrpSpPr/>
        <p:nvPr/>
      </p:nvGrpSpPr>
      <p:grpSpPr>
        <a:xfrm>
          <a:off x="0" y="0"/>
          <a:ext cx="0" cy="0"/>
          <a:chOff x="0" y="0"/>
          <a:chExt cx="0" cy="0"/>
        </a:xfrm>
      </p:grpSpPr>
      <p:pic>
        <p:nvPicPr>
          <p:cNvPr id="494" name="Google Shape;494;p57"/>
          <p:cNvPicPr preferRelativeResize="0"/>
          <p:nvPr/>
        </p:nvPicPr>
        <p:blipFill>
          <a:blip r:embed="rId2" cstate="print">
            <a:alphaModFix amt="57000"/>
          </a:blip>
          <a:stretch>
            <a:fillRect/>
          </a:stretch>
        </p:blipFill>
        <p:spPr>
          <a:xfrm rot="10800000">
            <a:off x="3" y="6"/>
            <a:ext cx="9144000" cy="5143500"/>
          </a:xfrm>
          <a:prstGeom prst="rect">
            <a:avLst/>
          </a:prstGeom>
          <a:noFill/>
          <a:ln>
            <a:noFill/>
          </a:ln>
        </p:spPr>
      </p:pic>
      <p:pic>
        <p:nvPicPr>
          <p:cNvPr id="495" name="Google Shape;495;p57"/>
          <p:cNvPicPr preferRelativeResize="0"/>
          <p:nvPr/>
        </p:nvPicPr>
        <p:blipFill>
          <a:blip r:embed="rId3" cstate="print">
            <a:alphaModFix amt="16000"/>
          </a:blip>
          <a:stretch>
            <a:fillRect/>
          </a:stretch>
        </p:blipFill>
        <p:spPr>
          <a:xfrm flipH="1">
            <a:off x="0" y="0"/>
            <a:ext cx="9144003" cy="3116462"/>
          </a:xfrm>
          <a:prstGeom prst="rect">
            <a:avLst/>
          </a:prstGeom>
          <a:noFill/>
          <a:ln>
            <a:noFill/>
          </a:ln>
        </p:spPr>
      </p:pic>
      <p:sp>
        <p:nvSpPr>
          <p:cNvPr id="496" name="Google Shape;496;p57"/>
          <p:cNvSpPr txBox="1">
            <a:spLocks noGrp="1"/>
          </p:cNvSpPr>
          <p:nvPr>
            <p:ph type="subTitle" idx="1"/>
          </p:nvPr>
        </p:nvSpPr>
        <p:spPr>
          <a:xfrm>
            <a:off x="2478875" y="3859275"/>
            <a:ext cx="4186200" cy="74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400"/>
              <a:buFont typeface="Anaheim"/>
              <a:buChar char="○"/>
              <a:defRPr>
                <a:solidFill>
                  <a:schemeClr val="dk1"/>
                </a:solidFill>
              </a:defRPr>
            </a:lvl1pPr>
            <a:lvl2pPr lvl="1" algn="ctr" rtl="0">
              <a:lnSpc>
                <a:spcPct val="100000"/>
              </a:lnSpc>
              <a:spcBef>
                <a:spcPts val="1000"/>
              </a:spcBef>
              <a:spcAft>
                <a:spcPts val="0"/>
              </a:spcAft>
              <a:buClr>
                <a:srgbClr val="434343"/>
              </a:buClr>
              <a:buSzPts val="1200"/>
              <a:buFont typeface="Roboto Condensed Light"/>
              <a:buChar char="○"/>
              <a:defRPr/>
            </a:lvl2pPr>
            <a:lvl3pPr lvl="2" algn="ctr" rtl="0">
              <a:lnSpc>
                <a:spcPct val="100000"/>
              </a:lnSpc>
              <a:spcBef>
                <a:spcPts val="0"/>
              </a:spcBef>
              <a:spcAft>
                <a:spcPts val="0"/>
              </a:spcAft>
              <a:buClr>
                <a:srgbClr val="434343"/>
              </a:buClr>
              <a:buSzPts val="1200"/>
              <a:buFont typeface="Roboto Condensed Light"/>
              <a:buChar char="■"/>
              <a:defRPr/>
            </a:lvl3pPr>
            <a:lvl4pPr lvl="3" algn="ctr" rtl="0">
              <a:lnSpc>
                <a:spcPct val="100000"/>
              </a:lnSpc>
              <a:spcBef>
                <a:spcPts val="0"/>
              </a:spcBef>
              <a:spcAft>
                <a:spcPts val="0"/>
              </a:spcAft>
              <a:buClr>
                <a:srgbClr val="434343"/>
              </a:buClr>
              <a:buSzPts val="1200"/>
              <a:buFont typeface="Roboto Condensed Light"/>
              <a:buChar char="●"/>
              <a:defRPr/>
            </a:lvl4pPr>
            <a:lvl5pPr lvl="4" algn="ctr" rtl="0">
              <a:lnSpc>
                <a:spcPct val="100000"/>
              </a:lnSpc>
              <a:spcBef>
                <a:spcPts val="0"/>
              </a:spcBef>
              <a:spcAft>
                <a:spcPts val="0"/>
              </a:spcAft>
              <a:buClr>
                <a:srgbClr val="434343"/>
              </a:buClr>
              <a:buSzPts val="1200"/>
              <a:buFont typeface="Roboto Condensed Light"/>
              <a:buChar char="○"/>
              <a:defRPr/>
            </a:lvl5pPr>
            <a:lvl6pPr lvl="5" algn="ctr" rtl="0">
              <a:lnSpc>
                <a:spcPct val="100000"/>
              </a:lnSpc>
              <a:spcBef>
                <a:spcPts val="0"/>
              </a:spcBef>
              <a:spcAft>
                <a:spcPts val="0"/>
              </a:spcAft>
              <a:buClr>
                <a:srgbClr val="434343"/>
              </a:buClr>
              <a:buSzPts val="1200"/>
              <a:buFont typeface="Roboto Condensed Light"/>
              <a:buChar char="■"/>
              <a:defRPr/>
            </a:lvl6pPr>
            <a:lvl7pPr lvl="6" algn="ctr" rtl="0">
              <a:lnSpc>
                <a:spcPct val="100000"/>
              </a:lnSpc>
              <a:spcBef>
                <a:spcPts val="0"/>
              </a:spcBef>
              <a:spcAft>
                <a:spcPts val="0"/>
              </a:spcAft>
              <a:buClr>
                <a:srgbClr val="434343"/>
              </a:buClr>
              <a:buSzPts val="1200"/>
              <a:buFont typeface="Roboto Condensed Light"/>
              <a:buChar char="●"/>
              <a:defRPr/>
            </a:lvl7pPr>
            <a:lvl8pPr lvl="7" algn="ctr" rtl="0">
              <a:lnSpc>
                <a:spcPct val="100000"/>
              </a:lnSpc>
              <a:spcBef>
                <a:spcPts val="0"/>
              </a:spcBef>
              <a:spcAft>
                <a:spcPts val="0"/>
              </a:spcAft>
              <a:buClr>
                <a:srgbClr val="434343"/>
              </a:buClr>
              <a:buSzPts val="1200"/>
              <a:buFont typeface="Roboto Condensed Light"/>
              <a:buChar char="○"/>
              <a:defRPr/>
            </a:lvl8pPr>
            <a:lvl9pPr lvl="8" algn="ctr"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497" name="Google Shape;497;p57"/>
          <p:cNvSpPr txBox="1">
            <a:spLocks noGrp="1"/>
          </p:cNvSpPr>
          <p:nvPr>
            <p:ph type="title"/>
          </p:nvPr>
        </p:nvSpPr>
        <p:spPr>
          <a:xfrm>
            <a:off x="715100" y="535000"/>
            <a:ext cx="7708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98"/>
        <p:cNvGrpSpPr/>
        <p:nvPr/>
      </p:nvGrpSpPr>
      <p:grpSpPr>
        <a:xfrm>
          <a:off x="0" y="0"/>
          <a:ext cx="0" cy="0"/>
          <a:chOff x="0" y="0"/>
          <a:chExt cx="0" cy="0"/>
        </a:xfrm>
      </p:grpSpPr>
      <p:pic>
        <p:nvPicPr>
          <p:cNvPr id="499" name="Google Shape;499;p5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00" name="Google Shape;500;p58"/>
          <p:cNvPicPr preferRelativeResize="0"/>
          <p:nvPr/>
        </p:nvPicPr>
        <p:blipFill>
          <a:blip r:embed="rId3" cstate="print">
            <a:alphaModFix amt="30000"/>
          </a:blip>
          <a:stretch>
            <a:fillRect/>
          </a:stretch>
        </p:blipFill>
        <p:spPr>
          <a:xfrm flipH="1">
            <a:off x="-2015" y="-955475"/>
            <a:ext cx="9144003" cy="6098975"/>
          </a:xfrm>
          <a:prstGeom prst="rect">
            <a:avLst/>
          </a:prstGeom>
          <a:noFill/>
          <a:ln>
            <a:noFill/>
          </a:ln>
        </p:spPr>
      </p:pic>
      <p:sp>
        <p:nvSpPr>
          <p:cNvPr id="501" name="Google Shape;501;p58"/>
          <p:cNvSpPr txBox="1">
            <a:spLocks noGrp="1"/>
          </p:cNvSpPr>
          <p:nvPr>
            <p:ph type="ctrTitle"/>
          </p:nvPr>
        </p:nvSpPr>
        <p:spPr>
          <a:xfrm>
            <a:off x="2429950" y="418979"/>
            <a:ext cx="4284000" cy="9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502" name="Google Shape;502;p58"/>
          <p:cNvSpPr txBox="1">
            <a:spLocks noGrp="1"/>
          </p:cNvSpPr>
          <p:nvPr>
            <p:ph type="subTitle" idx="1"/>
          </p:nvPr>
        </p:nvSpPr>
        <p:spPr>
          <a:xfrm>
            <a:off x="2425075" y="1659495"/>
            <a:ext cx="4293900" cy="122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
        <p:nvSpPr>
          <p:cNvPr id="503" name="Google Shape;503;p58"/>
          <p:cNvSpPr txBox="1"/>
          <p:nvPr/>
        </p:nvSpPr>
        <p:spPr>
          <a:xfrm>
            <a:off x="2825850" y="3686879"/>
            <a:ext cx="34923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200">
                <a:solidFill>
                  <a:schemeClr val="dk1"/>
                </a:solidFill>
                <a:latin typeface="Quicksand"/>
                <a:ea typeface="Quicksand"/>
                <a:cs typeface="Quicksand"/>
                <a:sym typeface="Quicksand"/>
              </a:rPr>
              <a:t>CREDITS: This presentation template was created by </a:t>
            </a:r>
            <a:r>
              <a:rPr lang="en" sz="1200">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Slidesgo</a:t>
            </a:r>
            <a:r>
              <a:rPr lang="en" sz="1200">
                <a:solidFill>
                  <a:schemeClr val="dk1"/>
                </a:solidFill>
                <a:latin typeface="Quicksand"/>
                <a:ea typeface="Quicksand"/>
                <a:cs typeface="Quicksand"/>
                <a:sym typeface="Quicksand"/>
              </a:rPr>
              <a:t>, including icons by </a:t>
            </a:r>
            <a:r>
              <a:rPr lang="en" sz="1200">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Flaticon</a:t>
            </a:r>
            <a:r>
              <a:rPr lang="en" sz="1200">
                <a:solidFill>
                  <a:schemeClr val="dk1"/>
                </a:solidFill>
                <a:latin typeface="Quicksand"/>
                <a:ea typeface="Quicksand"/>
                <a:cs typeface="Quicksand"/>
                <a:sym typeface="Quicksand"/>
              </a:rPr>
              <a:t> </a:t>
            </a:r>
            <a:r>
              <a:rPr lang="en" sz="1200">
                <a:solidFill>
                  <a:schemeClr val="dk1"/>
                </a:solidFill>
                <a:highlight>
                  <a:srgbClr val="DFDEFC"/>
                </a:highlight>
                <a:latin typeface="Quicksand"/>
                <a:ea typeface="Quicksand"/>
                <a:cs typeface="Quicksand"/>
                <a:sym typeface="Quicksand"/>
              </a:rPr>
              <a:t>and</a:t>
            </a:r>
            <a:r>
              <a:rPr lang="en" sz="1200">
                <a:solidFill>
                  <a:schemeClr val="dk1"/>
                </a:solidFill>
                <a:latin typeface="Quicksand"/>
                <a:ea typeface="Quicksand"/>
                <a:cs typeface="Quicksand"/>
                <a:sym typeface="Quicksand"/>
              </a:rPr>
              <a:t> infographics &amp; images by </a:t>
            </a:r>
            <a:r>
              <a:rPr lang="en" sz="1200">
                <a:solidFill>
                  <a:schemeClr val="dk1"/>
                </a:solidFill>
                <a:uFill>
                  <a:noFill/>
                </a:uFill>
                <a:latin typeface="Quicksand"/>
                <a:ea typeface="Quicksand"/>
                <a:cs typeface="Quicksand"/>
                <a:sym typeface="Quicksand"/>
                <a:hlinkClick r:id="rId6">
                  <a:extLst>
                    <a:ext uri="{A12FA001-AC4F-418D-AE19-62706E023703}">
                      <ahyp:hlinkClr xmlns:ahyp="http://schemas.microsoft.com/office/drawing/2018/hyperlinkcolor" val="tx"/>
                    </a:ext>
                  </a:extLst>
                </a:hlinkClick>
              </a:rPr>
              <a:t>Freepik</a:t>
            </a:r>
            <a:endParaRPr sz="1200">
              <a:solidFill>
                <a:schemeClr val="dk1"/>
              </a:solidFill>
              <a:highlight>
                <a:srgbClr val="DFDEFC"/>
              </a:highlight>
              <a:latin typeface="Quicksand"/>
              <a:ea typeface="Quicksand"/>
              <a:cs typeface="Quicksand"/>
              <a:sym typeface="Quicksa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504"/>
        <p:cNvGrpSpPr/>
        <p:nvPr/>
      </p:nvGrpSpPr>
      <p:grpSpPr>
        <a:xfrm>
          <a:off x="0" y="0"/>
          <a:ext cx="0" cy="0"/>
          <a:chOff x="0" y="0"/>
          <a:chExt cx="0" cy="0"/>
        </a:xfrm>
      </p:grpSpPr>
      <p:pic>
        <p:nvPicPr>
          <p:cNvPr id="505" name="Google Shape;505;p5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506"/>
        <p:cNvGrpSpPr/>
        <p:nvPr/>
      </p:nvGrpSpPr>
      <p:grpSpPr>
        <a:xfrm>
          <a:off x="0" y="0"/>
          <a:ext cx="0" cy="0"/>
          <a:chOff x="0" y="0"/>
          <a:chExt cx="0" cy="0"/>
        </a:xfrm>
      </p:grpSpPr>
      <p:pic>
        <p:nvPicPr>
          <p:cNvPr id="507" name="Google Shape;507;p6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08;p60"/>
          <p:cNvGrpSpPr/>
          <p:nvPr/>
        </p:nvGrpSpPr>
        <p:grpSpPr>
          <a:xfrm rot="10800000" flipH="1">
            <a:off x="-1846500" y="-1386399"/>
            <a:ext cx="11304528" cy="8107960"/>
            <a:chOff x="-1846500" y="-1386399"/>
            <a:chExt cx="11304528" cy="8107960"/>
          </a:xfrm>
        </p:grpSpPr>
        <p:pic>
          <p:nvPicPr>
            <p:cNvPr id="509" name="Google Shape;509;p6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510" name="Google Shape;510;p60"/>
            <p:cNvPicPr preferRelativeResize="0"/>
            <p:nvPr/>
          </p:nvPicPr>
          <p:blipFill>
            <a:blip r:embed="rId4" cstate="print">
              <a:alphaModFix amt="38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511"/>
        <p:cNvGrpSpPr/>
        <p:nvPr/>
      </p:nvGrpSpPr>
      <p:grpSpPr>
        <a:xfrm>
          <a:off x="0" y="0"/>
          <a:ext cx="0" cy="0"/>
          <a:chOff x="0" y="0"/>
          <a:chExt cx="0" cy="0"/>
        </a:xfrm>
      </p:grpSpPr>
      <p:pic>
        <p:nvPicPr>
          <p:cNvPr id="512" name="Google Shape;512;p6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13" name="Google Shape;513;p61"/>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514"/>
        <p:cNvGrpSpPr/>
        <p:nvPr/>
      </p:nvGrpSpPr>
      <p:grpSpPr>
        <a:xfrm>
          <a:off x="0" y="0"/>
          <a:ext cx="0" cy="0"/>
          <a:chOff x="0" y="0"/>
          <a:chExt cx="0" cy="0"/>
        </a:xfrm>
      </p:grpSpPr>
      <p:pic>
        <p:nvPicPr>
          <p:cNvPr id="515" name="Google Shape;515;p6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16;p62"/>
          <p:cNvGrpSpPr/>
          <p:nvPr/>
        </p:nvGrpSpPr>
        <p:grpSpPr>
          <a:xfrm>
            <a:off x="-1078051" y="-828301"/>
            <a:ext cx="10800649" cy="6495486"/>
            <a:chOff x="-1078051" y="-828301"/>
            <a:chExt cx="10800649" cy="6495486"/>
          </a:xfrm>
        </p:grpSpPr>
        <p:pic>
          <p:nvPicPr>
            <p:cNvPr id="517" name="Google Shape;517;p62"/>
            <p:cNvPicPr preferRelativeResize="0"/>
            <p:nvPr/>
          </p:nvPicPr>
          <p:blipFill>
            <a:blip r:embed="rId3" cstate="print">
              <a:alphaModFix amt="35000"/>
            </a:blip>
            <a:stretch>
              <a:fillRect/>
            </a:stretch>
          </p:blipFill>
          <p:spPr>
            <a:xfrm rot="4499998">
              <a:off x="517536" y="-1566832"/>
              <a:ext cx="2446178" cy="5180760"/>
            </a:xfrm>
            <a:prstGeom prst="rect">
              <a:avLst/>
            </a:prstGeom>
            <a:noFill/>
            <a:ln>
              <a:noFill/>
            </a:ln>
          </p:spPr>
        </p:pic>
        <p:pic>
          <p:nvPicPr>
            <p:cNvPr id="518" name="Google Shape;518;p62"/>
            <p:cNvPicPr preferRelativeResize="0"/>
            <p:nvPr/>
          </p:nvPicPr>
          <p:blipFill>
            <a:blip r:embed="rId4" cstate="print">
              <a:alphaModFix amt="38000"/>
            </a:blip>
            <a:stretch>
              <a:fillRect/>
            </a:stretch>
          </p:blipFill>
          <p:spPr>
            <a:xfrm rot="4932521">
              <a:off x="7662897" y="3595450"/>
              <a:ext cx="1859885" cy="2026087"/>
            </a:xfrm>
            <a:prstGeom prst="rect">
              <a:avLst/>
            </a:prstGeom>
            <a:noFill/>
            <a:ln>
              <a:noFill/>
            </a:ln>
          </p:spPr>
        </p:pic>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2"/>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523"/>
        <p:cNvGrpSpPr/>
        <p:nvPr/>
      </p:nvGrpSpPr>
      <p:grpSpPr>
        <a:xfrm>
          <a:off x="0" y="0"/>
          <a:ext cx="0" cy="0"/>
          <a:chOff x="0" y="0"/>
          <a:chExt cx="0" cy="0"/>
        </a:xfrm>
      </p:grpSpPr>
      <p:sp>
        <p:nvSpPr>
          <p:cNvPr id="524" name="Google Shape;524;p65"/>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8"/>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3A74B8-EF64-4578-9A72-98E8B3A3A10E}"/>
              </a:ext>
            </a:extLst>
          </p:cNvPr>
          <p:cNvSpPr/>
          <p:nvPr/>
        </p:nvSpPr>
        <p:spPr>
          <a:xfrm>
            <a:off x="0" y="0"/>
            <a:ext cx="9144000" cy="5143500"/>
          </a:xfrm>
          <a:prstGeom prst="rect">
            <a:avLst/>
          </a:prstGeom>
          <a:gradFill>
            <a:gsLst>
              <a:gs pos="0">
                <a:srgbClr val="F3F1FC"/>
              </a:gs>
              <a:gs pos="74000">
                <a:srgbClr val="BFCBD9"/>
              </a:gs>
              <a:gs pos="83000">
                <a:srgbClr val="BFCBD9"/>
              </a:gs>
              <a:gs pos="100000">
                <a:srgbClr val="BFCBD9"/>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4" name="Rectangle 13">
            <a:extLst>
              <a:ext uri="{FF2B5EF4-FFF2-40B4-BE49-F238E27FC236}">
                <a16:creationId xmlns:a16="http://schemas.microsoft.com/office/drawing/2014/main" id="{2003261B-DE37-4912-AF5A-8E51A0F03535}"/>
              </a:ext>
            </a:extLst>
          </p:cNvPr>
          <p:cNvSpPr/>
          <p:nvPr/>
        </p:nvSpPr>
        <p:spPr>
          <a:xfrm>
            <a:off x="1304925" y="1085851"/>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3" name="Rectangle: Rounded Corners 12">
            <a:extLst>
              <a:ext uri="{FF2B5EF4-FFF2-40B4-BE49-F238E27FC236}">
                <a16:creationId xmlns:a16="http://schemas.microsoft.com/office/drawing/2014/main" id="{63EA7C3A-9E97-4FD9-9258-90A2A701B48E}"/>
              </a:ext>
            </a:extLst>
          </p:cNvPr>
          <p:cNvSpPr/>
          <p:nvPr/>
        </p:nvSpPr>
        <p:spPr>
          <a:xfrm>
            <a:off x="549276" y="549276"/>
            <a:ext cx="8045448" cy="4040188"/>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2" name="Freeform: Shape 11">
            <a:extLst>
              <a:ext uri="{FF2B5EF4-FFF2-40B4-BE49-F238E27FC236}">
                <a16:creationId xmlns:a16="http://schemas.microsoft.com/office/drawing/2014/main" id="{FBDF1A8A-E8B1-4F56-8E05-BF95BE98DE5B}"/>
              </a:ext>
            </a:extLst>
          </p:cNvPr>
          <p:cNvSpPr/>
          <p:nvPr/>
        </p:nvSpPr>
        <p:spPr>
          <a:xfrm>
            <a:off x="549276" y="549274"/>
            <a:ext cx="8045448" cy="2022476"/>
          </a:xfrm>
          <a:custGeom>
            <a:avLst/>
            <a:gdLst>
              <a:gd name="connsiteX0" fmla="*/ 95348 w 10727264"/>
              <a:gd name="connsiteY0" fmla="*/ 0 h 2696634"/>
              <a:gd name="connsiteX1" fmla="*/ 10631916 w 10727264"/>
              <a:gd name="connsiteY1" fmla="*/ 0 h 2696634"/>
              <a:gd name="connsiteX2" fmla="*/ 10727264 w 10727264"/>
              <a:gd name="connsiteY2" fmla="*/ 95348 h 2696634"/>
              <a:gd name="connsiteX3" fmla="*/ 10727264 w 10727264"/>
              <a:gd name="connsiteY3" fmla="*/ 2696634 h 2696634"/>
              <a:gd name="connsiteX4" fmla="*/ 0 w 10727264"/>
              <a:gd name="connsiteY4" fmla="*/ 2696634 h 2696634"/>
              <a:gd name="connsiteX5" fmla="*/ 0 w 10727264"/>
              <a:gd name="connsiteY5" fmla="*/ 95348 h 2696634"/>
              <a:gd name="connsiteX6" fmla="*/ 95348 w 10727264"/>
              <a:gd name="connsiteY6" fmla="*/ 0 h 269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264" h="2696634">
                <a:moveTo>
                  <a:pt x="95348" y="0"/>
                </a:moveTo>
                <a:lnTo>
                  <a:pt x="10631916" y="0"/>
                </a:lnTo>
                <a:cubicBezTo>
                  <a:pt x="10684575" y="0"/>
                  <a:pt x="10727264" y="42689"/>
                  <a:pt x="10727264" y="95348"/>
                </a:cubicBezTo>
                <a:lnTo>
                  <a:pt x="10727264" y="2696634"/>
                </a:lnTo>
                <a:lnTo>
                  <a:pt x="0" y="2696634"/>
                </a:lnTo>
                <a:lnTo>
                  <a:pt x="0" y="95348"/>
                </a:lnTo>
                <a:cubicBezTo>
                  <a:pt x="0" y="42689"/>
                  <a:pt x="42689" y="0"/>
                  <a:pt x="9534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ctrTitle"/>
          </p:nvPr>
        </p:nvSpPr>
        <p:spPr>
          <a:xfrm>
            <a:off x="1143000" y="665162"/>
            <a:ext cx="6858000" cy="1790700"/>
          </a:xfrm>
        </p:spPr>
        <p:txBody>
          <a:bodyPr anchor="b"/>
          <a:lstStyle>
            <a:lvl1pPr algn="ctr">
              <a:defRPr sz="6000" b="1" cap="all" baseline="0">
                <a:solidFill>
                  <a:schemeClr val="bg1"/>
                </a:solidFill>
                <a:latin typeface="+mn-lt"/>
              </a:defRPr>
            </a:lvl1pPr>
          </a:lstStyle>
          <a:p>
            <a:r>
              <a:rPr lang="en-US"/>
              <a:t>Click to edit Master title style</a:t>
            </a:r>
          </a:p>
        </p:txBody>
      </p:sp>
      <p:sp>
        <p:nvSpPr>
          <p:cNvPr id="3" name="Subtitle 2"/>
          <p:cNvSpPr>
            <a:spLocks noGrp="1"/>
          </p:cNvSpPr>
          <p:nvPr>
            <p:ph type="subTitle" idx="1"/>
          </p:nvPr>
        </p:nvSpPr>
        <p:spPr>
          <a:xfrm>
            <a:off x="1143000" y="2871544"/>
            <a:ext cx="6858000" cy="531976"/>
          </a:xfrm>
          <a:prstGeom prst="rect">
            <a:avLst/>
          </a:prstGeom>
        </p:spPr>
        <p:txBody>
          <a:bodyPr anchor="ctr">
            <a:normAutofit/>
          </a:bodyPr>
          <a:lstStyle>
            <a:lvl1pPr marL="0" indent="0" algn="ctr">
              <a:buNone/>
              <a:defRPr sz="2700" cap="all" baseline="0">
                <a:solidFill>
                  <a:srgbClr val="4C8BFD"/>
                </a:solidFill>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5D686E"/>
                </a:solidFill>
              </a:defRPr>
            </a:lvl1p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a:xfrm>
            <a:off x="5429250" y="4834955"/>
            <a:ext cx="3086100" cy="274637"/>
          </a:xfrm>
        </p:spPr>
        <p:txBody>
          <a:bodyPr/>
          <a:lstStyle>
            <a:lvl1pPr algn="r">
              <a:defRPr>
                <a:solidFill>
                  <a:srgbClr val="5D686E"/>
                </a:solidFill>
              </a:defRPr>
            </a:lvl1pPr>
          </a:lstStyle>
          <a:p>
            <a:endParaRPr kumimoji="0" lang="en-US"/>
          </a:p>
        </p:txBody>
      </p:sp>
    </p:spTree>
    <p:extLst>
      <p:ext uri="{BB962C8B-B14F-4D97-AF65-F5344CB8AC3E}">
        <p14:creationId xmlns:p14="http://schemas.microsoft.com/office/powerpoint/2010/main" val="87250034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32617-F728-4345-9B63-C0B5F79DAA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F96419-4C10-4573-9A34-A9E44962CF90}"/>
              </a:ext>
            </a:extLst>
          </p:cNvPr>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4" name="Footer Placeholder 3">
            <a:extLst>
              <a:ext uri="{FF2B5EF4-FFF2-40B4-BE49-F238E27FC236}">
                <a16:creationId xmlns:a16="http://schemas.microsoft.com/office/drawing/2014/main" id="{521271FF-57D3-46C2-B896-B112906AEFCF}"/>
              </a:ext>
            </a:extLst>
          </p:cNvPr>
          <p:cNvSpPr>
            <a:spLocks noGrp="1"/>
          </p:cNvSpPr>
          <p:nvPr>
            <p:ph type="ftr" sz="quarter" idx="11"/>
          </p:nvPr>
        </p:nvSpPr>
        <p:spPr/>
        <p:txBody>
          <a:bodyPr/>
          <a:lstStyle>
            <a:lvl1pPr algn="ctr">
              <a:defRPr/>
            </a:lvl1pPr>
          </a:lstStyle>
          <a:p>
            <a:endParaRPr kumimoji="0" lang="en-US"/>
          </a:p>
        </p:txBody>
      </p:sp>
      <p:sp>
        <p:nvSpPr>
          <p:cNvPr id="5" name="Slide Number Placeholder 4">
            <a:extLst>
              <a:ext uri="{FF2B5EF4-FFF2-40B4-BE49-F238E27FC236}">
                <a16:creationId xmlns:a16="http://schemas.microsoft.com/office/drawing/2014/main" id="{CD73037F-AC0A-45F2-9BE0-E2564EE61564}"/>
              </a:ext>
            </a:extLst>
          </p:cNvPr>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
        <p:nvSpPr>
          <p:cNvPr id="8" name="Text Placeholder 7">
            <a:extLst>
              <a:ext uri="{FF2B5EF4-FFF2-40B4-BE49-F238E27FC236}">
                <a16:creationId xmlns:a16="http://schemas.microsoft.com/office/drawing/2014/main" id="{767351E8-B1DF-47F2-BEAE-438019E48A72}"/>
              </a:ext>
            </a:extLst>
          </p:cNvPr>
          <p:cNvSpPr>
            <a:spLocks noGrp="1"/>
          </p:cNvSpPr>
          <p:nvPr>
            <p:ph type="body" sz="quarter" idx="13"/>
          </p:nvPr>
        </p:nvSpPr>
        <p:spPr>
          <a:xfrm>
            <a:off x="628650" y="1533526"/>
            <a:ext cx="7886700" cy="3246119"/>
          </a:xfrm>
          <a:prstGeom prst="rect">
            <a:avLst/>
          </a:prstGeom>
        </p:spPr>
        <p:txBody>
          <a:bodyPr/>
          <a:lstStyle>
            <a:lvl1pPr>
              <a:spcAft>
                <a:spcPts val="900"/>
              </a:spcAft>
              <a:defRPr/>
            </a:lvl1pPr>
            <a:lvl2pPr>
              <a:spcAft>
                <a:spcPts val="900"/>
              </a:spcAft>
              <a:defRPr/>
            </a:lvl2pPr>
            <a:lvl3pPr>
              <a:spcAft>
                <a:spcPts val="900"/>
              </a:spcAft>
              <a:defRPr/>
            </a:lvl3pPr>
            <a:lvl4pPr>
              <a:spcAft>
                <a:spcPts val="900"/>
              </a:spcAft>
              <a:defRPr/>
            </a:lvl4pPr>
            <a:lvl5pPr>
              <a:spcAft>
                <a:spcPts val="9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61709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2"/>
            <a:ext cx="7886700" cy="2139950"/>
          </a:xfrm>
        </p:spPr>
        <p:txBody>
          <a:bodyPr anchor="b"/>
          <a:lstStyle>
            <a:lvl1pPr>
              <a:defRPr sz="6000">
                <a:solidFill>
                  <a:srgbClr val="5D686E"/>
                </a:solidFill>
              </a:defRPr>
            </a:lvl1pPr>
          </a:lstStyle>
          <a:p>
            <a:r>
              <a:rPr lang="en-US"/>
              <a:t>Click to edit Master title style</a:t>
            </a:r>
          </a:p>
        </p:txBody>
      </p:sp>
      <p:sp>
        <p:nvSpPr>
          <p:cNvPr id="3" name="Text Placeholder 2"/>
          <p:cNvSpPr>
            <a:spLocks noGrp="1"/>
          </p:cNvSpPr>
          <p:nvPr>
            <p:ph type="body" idx="1"/>
          </p:nvPr>
        </p:nvSpPr>
        <p:spPr>
          <a:xfrm>
            <a:off x="623888" y="3441702"/>
            <a:ext cx="7886700" cy="1125538"/>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lvl1pPr algn="ctr">
              <a:defRPr/>
            </a:lvl1p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42808200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a:p>
        </p:txBody>
      </p:sp>
    </p:spTree>
    <p:extLst>
      <p:ext uri="{BB962C8B-B14F-4D97-AF65-F5344CB8AC3E}">
        <p14:creationId xmlns:p14="http://schemas.microsoft.com/office/powerpoint/2010/main" val="18243147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40"/>
            <a:ext cx="7886700" cy="993775"/>
          </a:xfrm>
        </p:spPr>
        <p:txBody>
          <a:bodyPr/>
          <a:lstStyle/>
          <a:p>
            <a:r>
              <a:rPr lang="en-US"/>
              <a:t>Click to edit Master title style</a:t>
            </a:r>
          </a:p>
        </p:txBody>
      </p:sp>
      <p:sp>
        <p:nvSpPr>
          <p:cNvPr id="3" name="Text Placeholder 2"/>
          <p:cNvSpPr>
            <a:spLocks noGrp="1"/>
          </p:cNvSpPr>
          <p:nvPr>
            <p:ph type="body" idx="1"/>
          </p:nvPr>
        </p:nvSpPr>
        <p:spPr>
          <a:xfrm>
            <a:off x="630239" y="1260475"/>
            <a:ext cx="3868737"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lvl1pPr algn="r">
              <a:defRPr/>
            </a:lvl1pPr>
          </a:lstStyle>
          <a:p>
            <a:pPr algn="ctr" eaLnBrk="1" latinLnBrk="0" hangingPunct="1"/>
            <a:fld id="{2C6B1FF6-39B9-40F5-8B67-33C6354A3D4F}" type="slidenum">
              <a:rPr kumimoji="0" lang="en-US" smtClean="0"/>
              <a:pPr algn="ctr" eaLnBrk="1" latinLnBrk="0" hangingPunct="1"/>
              <a:t>‹#›</a:t>
            </a:fld>
            <a:endParaRPr kumimoji="0" lang="en-US" dirty="0"/>
          </a:p>
        </p:txBody>
      </p:sp>
    </p:spTree>
    <p:extLst>
      <p:ext uri="{BB962C8B-B14F-4D97-AF65-F5344CB8AC3E}">
        <p14:creationId xmlns:p14="http://schemas.microsoft.com/office/powerpoint/2010/main" val="26791504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9385813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rgbClr val="FFFFFF"/>
              </a:solidFill>
            </a:endParaRPr>
          </a:p>
        </p:txBody>
      </p:sp>
    </p:spTree>
    <p:extLst>
      <p:ext uri="{BB962C8B-B14F-4D97-AF65-F5344CB8AC3E}">
        <p14:creationId xmlns:p14="http://schemas.microsoft.com/office/powerpoint/2010/main" val="6439114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741365"/>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545134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741365"/>
            <a:ext cx="4629150" cy="3654425"/>
          </a:xfrm>
          <a:prstGeom prst="rect">
            <a:avLst/>
          </a:prstGeo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7416588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28650" y="1432561"/>
            <a:ext cx="7886700" cy="329228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a:p>
        </p:txBody>
      </p:sp>
    </p:spTree>
    <p:extLst>
      <p:ext uri="{BB962C8B-B14F-4D97-AF65-F5344CB8AC3E}">
        <p14:creationId xmlns:p14="http://schemas.microsoft.com/office/powerpoint/2010/main" val="14085483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4640"/>
            <a:ext cx="1971675" cy="4357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274640"/>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5310098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signed by PresentationGo">
    <p:spTree>
      <p:nvGrpSpPr>
        <p:cNvPr id="1" name=""/>
        <p:cNvGrpSpPr/>
        <p:nvPr/>
      </p:nvGrpSpPr>
      <p:grpSpPr>
        <a:xfrm>
          <a:off x="0" y="0"/>
          <a:ext cx="0" cy="0"/>
          <a:chOff x="0" y="0"/>
          <a:chExt cx="0" cy="0"/>
        </a:xfrm>
      </p:grpSpPr>
      <p:sp>
        <p:nvSpPr>
          <p:cNvPr id="5" name="Rectangle 4"/>
          <p:cNvSpPr/>
          <p:nvPr userDrawn="1"/>
        </p:nvSpPr>
        <p:spPr>
          <a:xfrm>
            <a:off x="0" y="2364718"/>
            <a:ext cx="9144000" cy="4140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www</a:t>
            </a:r>
            <a:r>
              <a:rPr kumimoji="0" lang="en-US" sz="2000" b="0" i="0" u="none" strike="noStrike" kern="1200" cap="none" spc="0" normalizeH="0" baseline="0" noProof="0">
                <a:ln>
                  <a:noFill/>
                </a:ln>
                <a:solidFill>
                  <a:schemeClr val="bg1">
                    <a:lumMod val="50000"/>
                  </a:schemeClr>
                </a:solidFill>
                <a:effectLst/>
                <a:uLnTx/>
                <a:uFillTx/>
                <a:latin typeface="+mn-lt"/>
                <a:ea typeface="+mn-ea"/>
                <a:cs typeface="+mn-cs"/>
              </a:rPr>
              <a:t>.</a:t>
            </a:r>
            <a:r>
              <a:rPr kumimoji="0" lang="en-US" sz="2800" b="0" i="0" u="none" strike="noStrike" kern="1200" cap="none" spc="0" normalizeH="0" baseline="0" noProof="0">
                <a:ln>
                  <a:noFill/>
                </a:ln>
                <a:solidFill>
                  <a:srgbClr val="A5CD00"/>
                </a:solidFill>
                <a:effectLst/>
                <a:uLnTx/>
                <a:uFillTx/>
                <a:latin typeface="+mn-lt"/>
                <a:ea typeface="+mn-ea"/>
                <a:cs typeface="+mn-cs"/>
              </a:rPr>
              <a:t>PresentationGO</a:t>
            </a:r>
            <a:r>
              <a:rPr kumimoji="0" lang="en-US" sz="2000" b="0" i="0" u="none" strike="noStrike" kern="1200" cap="none" spc="0" normalizeH="0" baseline="0" noProof="0">
                <a:ln>
                  <a:noFill/>
                </a:ln>
                <a:solidFill>
                  <a:schemeClr val="bg1">
                    <a:lumMod val="50000"/>
                  </a:schemeClr>
                </a:solidFill>
                <a:effectLst/>
                <a:uLnTx/>
                <a:uFillTx/>
                <a:latin typeface="+mn-lt"/>
                <a:ea typeface="+mn-ea"/>
                <a:cs typeface="+mn-cs"/>
              </a:rPr>
              <a:t>.</a:t>
            </a: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com</a:t>
            </a:r>
            <a:endParaRPr kumimoji="0" lang="en-US" sz="2800" b="0" i="0" u="none" strike="noStrike" kern="1200" cap="none" spc="0" normalizeH="0" baseline="0" noProof="0" dirty="0">
              <a:ln>
                <a:noFill/>
              </a:ln>
              <a:solidFill>
                <a:schemeClr val="bg1">
                  <a:lumMod val="50000"/>
                </a:schemeClr>
              </a:solidFill>
              <a:effectLst/>
              <a:uLnTx/>
              <a:uFillTx/>
              <a:latin typeface="+mn-lt"/>
              <a:ea typeface="+mn-ea"/>
              <a:cs typeface="+mn-cs"/>
            </a:endParaRPr>
          </a:p>
        </p:txBody>
      </p:sp>
      <p:sp>
        <p:nvSpPr>
          <p:cNvPr id="6" name="Rectangle 5">
            <a:hlinkClick r:id="rId2"/>
          </p:cNvPr>
          <p:cNvSpPr/>
          <p:nvPr userDrawn="1"/>
        </p:nvSpPr>
        <p:spPr>
          <a:xfrm>
            <a:off x="2048935" y="2303794"/>
            <a:ext cx="5046133" cy="535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userDrawn="1"/>
        </p:nvSpPr>
        <p:spPr>
          <a:xfrm>
            <a:off x="2747216" y="4591049"/>
            <a:ext cx="3649589" cy="369332"/>
          </a:xfrm>
          <a:prstGeom prst="rect">
            <a:avLst/>
          </a:prstGeom>
          <a:noFill/>
        </p:spPr>
        <p:txBody>
          <a:bodyPr wrap="none" rtlCol="0" anchor="ctr">
            <a:spAutoFit/>
          </a:bodyPr>
          <a:lstStyle/>
          <a:p>
            <a:pPr algn="ctr"/>
            <a:r>
              <a:rPr lang="en-US" dirty="0">
                <a:solidFill>
                  <a:srgbClr val="A5CD00"/>
                </a:solidFill>
              </a:rPr>
              <a:t>T</a:t>
            </a:r>
            <a:r>
              <a:rPr lang="en-US" baseline="0" dirty="0">
                <a:solidFill>
                  <a:srgbClr val="A5CD00"/>
                </a:solidFill>
              </a:rPr>
              <a:t>he </a:t>
            </a:r>
            <a:r>
              <a:rPr lang="en-US" baseline="0">
                <a:solidFill>
                  <a:srgbClr val="A5CD00"/>
                </a:solidFill>
              </a:rPr>
              <a:t>free PowerPoint template </a:t>
            </a:r>
            <a:r>
              <a:rPr lang="en-US" baseline="0" dirty="0">
                <a:solidFill>
                  <a:srgbClr val="A5CD00"/>
                </a:solidFill>
              </a:rPr>
              <a:t>library</a:t>
            </a:r>
            <a:endParaRPr lang="en-US" dirty="0">
              <a:solidFill>
                <a:srgbClr val="A5CD00"/>
              </a:solidFill>
            </a:endParaRPr>
          </a:p>
        </p:txBody>
      </p:sp>
      <p:sp>
        <p:nvSpPr>
          <p:cNvPr id="8" name="TextBox 7"/>
          <p:cNvSpPr txBox="1"/>
          <p:nvPr userDrawn="1"/>
        </p:nvSpPr>
        <p:spPr>
          <a:xfrm>
            <a:off x="3459936" y="1974850"/>
            <a:ext cx="2224134" cy="369332"/>
          </a:xfrm>
          <a:prstGeom prst="rect">
            <a:avLst/>
          </a:prstGeom>
          <a:noFill/>
        </p:spPr>
        <p:txBody>
          <a:bodyPr wrap="none" rtlCol="0" anchor="ctr">
            <a:spAutoFit/>
          </a:bodyPr>
          <a:lstStyle/>
          <a:p>
            <a:pPr algn="ctr"/>
            <a:r>
              <a:rPr lang="en-US">
                <a:solidFill>
                  <a:schemeClr val="bg1"/>
                </a:solidFill>
                <a:effectLst/>
              </a:rPr>
              <a:t>Designed</a:t>
            </a:r>
            <a:r>
              <a:rPr lang="en-US" baseline="0">
                <a:solidFill>
                  <a:schemeClr val="bg1"/>
                </a:solidFill>
                <a:effectLst/>
              </a:rPr>
              <a:t> with         by</a:t>
            </a:r>
            <a:endParaRPr lang="en-US" dirty="0">
              <a:solidFill>
                <a:schemeClr val="bg1"/>
              </a:solidFill>
              <a:effectLst/>
            </a:endParaRPr>
          </a:p>
        </p:txBody>
      </p:sp>
      <p:sp>
        <p:nvSpPr>
          <p:cNvPr id="9" name="Freeform 290"/>
          <p:cNvSpPr/>
          <p:nvPr userDrawn="1"/>
        </p:nvSpPr>
        <p:spPr>
          <a:xfrm>
            <a:off x="4977441" y="2029355"/>
            <a:ext cx="261456" cy="167993"/>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rgbClr val="D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0419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0"/>
            <a:ext cx="7772400" cy="1650206"/>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pPr algn="ctr" eaLnBrk="1" latinLnBrk="0" hangingPunct="1"/>
            <a:fld id="{2C6B1FF6-39B9-40F5-8B67-33C6354A3D4F}" type="slidenum">
              <a:rPr kumimoji="0" lang="en-US" smtClean="0"/>
              <a:pPr algn="ctr" eaLnBrk="1" latinLnBrk="0" hangingPunct="1"/>
              <a:t>‹#›</a:t>
            </a:fld>
            <a:endParaRPr kumimoji="0" lang="en-US" dirty="0"/>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2C6B1FF6-39B9-40F5-8B67-33C6354A3D4F}" type="slidenum">
              <a:rPr kumimoji="0" lang="en-US" smtClean="0"/>
              <a:pPr/>
              <a:t>‹#›</a:t>
            </a:fld>
            <a:endParaRPr kumimoji="0" lang="en-US" dirty="0">
              <a:solidFill>
                <a:srgbClr val="FFFFFF"/>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12/23/2024</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3.xml"/><Relationship Id="rId1"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theme" Target="../theme/theme4.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image" Target="../media/image37.png"/><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hyperlink" Target="http://www.presentationgo.com/" TargetMode="Externa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6.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05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Josefin Sans"/>
              <a:buNone/>
              <a:defRPr sz="2500">
                <a:solidFill>
                  <a:schemeClr val="dk1"/>
                </a:solidFill>
                <a:latin typeface="Josefin Sans"/>
                <a:ea typeface="Josefin Sans"/>
                <a:cs typeface="Josefin Sans"/>
                <a:sym typeface="Josefin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56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1pPr>
            <a:lvl2pPr marL="914400" lvl="1"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2pPr>
            <a:lvl3pPr marL="1371600" lvl="2"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3pPr>
            <a:lvl4pPr marL="1828800" lvl="3"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4pPr>
            <a:lvl5pPr marL="2286000" lvl="4"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5pPr>
            <a:lvl6pPr marL="2743200" lvl="5"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6pPr>
            <a:lvl7pPr marL="3200400" lvl="6"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7pPr>
            <a:lvl8pPr marL="3657600" lvl="7"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8pPr>
            <a:lvl9pPr marL="4114800" lvl="8"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19"/>
        <p:cNvGrpSpPr/>
        <p:nvPr/>
      </p:nvGrpSpPr>
      <p:grpSpPr>
        <a:xfrm>
          <a:off x="0" y="0"/>
          <a:ext cx="0" cy="0"/>
          <a:chOff x="0" y="0"/>
          <a:chExt cx="0" cy="0"/>
        </a:xfrm>
      </p:grpSpPr>
      <p:sp>
        <p:nvSpPr>
          <p:cNvPr id="520" name="Google Shape;520;p6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521" name="Google Shape;521;p6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37" r:id="rId1"/>
    <p:sldLayoutId id="2147483738"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25"/>
        <p:cNvGrpSpPr/>
        <p:nvPr/>
      </p:nvGrpSpPr>
      <p:grpSpPr>
        <a:xfrm>
          <a:off x="0" y="0"/>
          <a:ext cx="0" cy="0"/>
          <a:chOff x="0" y="0"/>
          <a:chExt cx="0" cy="0"/>
        </a:xfrm>
      </p:grpSpPr>
      <p:sp>
        <p:nvSpPr>
          <p:cNvPr id="526" name="Google Shape;526;p6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27" name="Google Shape;527;p6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40" r:id="rId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F3F1FC"/>
            </a:gs>
            <a:gs pos="74000">
              <a:srgbClr val="BFCBD9"/>
            </a:gs>
            <a:gs pos="83000">
              <a:srgbClr val="BFCBD9"/>
            </a:gs>
            <a:gs pos="100000">
              <a:srgbClr val="BFCBD9"/>
            </a:gs>
          </a:gsLst>
          <a:lin ang="2700000" scaled="1"/>
          <a:tileRect/>
        </a:gra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ABCEAB2-FBDF-46DE-8DD3-07B5136284FA}"/>
              </a:ext>
            </a:extLst>
          </p:cNvPr>
          <p:cNvSpPr/>
          <p:nvPr/>
        </p:nvSpPr>
        <p:spPr>
          <a:xfrm>
            <a:off x="1371600" y="1171576"/>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3" name="Rectangle: Rounded Corners 22">
            <a:extLst>
              <a:ext uri="{FF2B5EF4-FFF2-40B4-BE49-F238E27FC236}">
                <a16:creationId xmlns:a16="http://schemas.microsoft.com/office/drawing/2014/main" id="{27E6ECE6-8137-4F41-A6F0-DC9623651236}"/>
              </a:ext>
            </a:extLst>
          </p:cNvPr>
          <p:cNvSpPr/>
          <p:nvPr/>
        </p:nvSpPr>
        <p:spPr>
          <a:xfrm>
            <a:off x="356109" y="356108"/>
            <a:ext cx="8431785" cy="4431285"/>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30" name="Freeform: Shape 29">
            <a:extLst>
              <a:ext uri="{FF2B5EF4-FFF2-40B4-BE49-F238E27FC236}">
                <a16:creationId xmlns:a16="http://schemas.microsoft.com/office/drawing/2014/main" id="{912DC555-B169-430C-85D9-8F1BCAF97743}"/>
              </a:ext>
            </a:extLst>
          </p:cNvPr>
          <p:cNvSpPr/>
          <p:nvPr/>
        </p:nvSpPr>
        <p:spPr>
          <a:xfrm>
            <a:off x="356109" y="354286"/>
            <a:ext cx="8431785" cy="1023223"/>
          </a:xfrm>
          <a:custGeom>
            <a:avLst/>
            <a:gdLst>
              <a:gd name="connsiteX0" fmla="*/ 104578 w 11242380"/>
              <a:gd name="connsiteY0" fmla="*/ 0 h 1364297"/>
              <a:gd name="connsiteX1" fmla="*/ 11137802 w 11242380"/>
              <a:gd name="connsiteY1" fmla="*/ 0 h 1364297"/>
              <a:gd name="connsiteX2" fmla="*/ 11242380 w 11242380"/>
              <a:gd name="connsiteY2" fmla="*/ 104578 h 1364297"/>
              <a:gd name="connsiteX3" fmla="*/ 11242380 w 11242380"/>
              <a:gd name="connsiteY3" fmla="*/ 1364297 h 1364297"/>
              <a:gd name="connsiteX4" fmla="*/ 0 w 11242380"/>
              <a:gd name="connsiteY4" fmla="*/ 1364297 h 1364297"/>
              <a:gd name="connsiteX5" fmla="*/ 0 w 11242380"/>
              <a:gd name="connsiteY5" fmla="*/ 104578 h 1364297"/>
              <a:gd name="connsiteX6" fmla="*/ 104578 w 11242380"/>
              <a:gd name="connsiteY6" fmla="*/ 0 h 136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42380" h="1364297">
                <a:moveTo>
                  <a:pt x="104578" y="0"/>
                </a:moveTo>
                <a:lnTo>
                  <a:pt x="11137802" y="0"/>
                </a:lnTo>
                <a:cubicBezTo>
                  <a:pt x="11195559" y="0"/>
                  <a:pt x="11242380" y="46821"/>
                  <a:pt x="11242380" y="104578"/>
                </a:cubicBezTo>
                <a:lnTo>
                  <a:pt x="11242380" y="1364297"/>
                </a:lnTo>
                <a:lnTo>
                  <a:pt x="0" y="1364297"/>
                </a:lnTo>
                <a:lnTo>
                  <a:pt x="0" y="104578"/>
                </a:lnTo>
                <a:cubicBezTo>
                  <a:pt x="0" y="46821"/>
                  <a:pt x="46821" y="0"/>
                  <a:pt x="10457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US" sz="1350"/>
          </a:p>
        </p:txBody>
      </p:sp>
      <p:sp>
        <p:nvSpPr>
          <p:cNvPr id="3" name="Text Placeholder 2"/>
          <p:cNvSpPr>
            <a:spLocks noGrp="1"/>
          </p:cNvSpPr>
          <p:nvPr>
            <p:ph type="body" idx="1"/>
          </p:nvPr>
        </p:nvSpPr>
        <p:spPr>
          <a:xfrm>
            <a:off x="628650" y="1533523"/>
            <a:ext cx="7886700" cy="3246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r>
              <a:rPr lang="en-US"/>
              <a:t>Your Date Here</a:t>
            </a:r>
          </a:p>
        </p:txBody>
      </p:sp>
      <p:sp>
        <p:nvSpPr>
          <p:cNvPr id="5" name="Footer Placeholder 4"/>
          <p:cNvSpPr>
            <a:spLocks noGrp="1"/>
          </p:cNvSpPr>
          <p:nvPr>
            <p:ph type="ftr" sz="quarter" idx="3"/>
          </p:nvPr>
        </p:nvSpPr>
        <p:spPr>
          <a:xfrm>
            <a:off x="3028950" y="4834955"/>
            <a:ext cx="3086100" cy="274637"/>
          </a:xfrm>
          <a:prstGeom prst="rect">
            <a:avLst/>
          </a:prstGeom>
        </p:spPr>
        <p:txBody>
          <a:bodyPr vert="horz" lIns="91440" tIns="45720" rIns="91440" bIns="45720" rtlCol="0" anchor="ctr"/>
          <a:lstStyle>
            <a:lvl1pPr algn="ctr">
              <a:defRPr lang="en-US" sz="1200" smtClean="0">
                <a:solidFill>
                  <a:srgbClr val="5D686E"/>
                </a:solidFill>
              </a:defRPr>
            </a:lvl1pPr>
          </a:lstStyle>
          <a:p>
            <a:r>
              <a:rPr lang="en-US"/>
              <a:t>Your Footer Here</a:t>
            </a:r>
          </a:p>
        </p:txBody>
      </p:sp>
      <p:sp>
        <p:nvSpPr>
          <p:cNvPr id="6" name="Slide Number Placeholder 5"/>
          <p:cNvSpPr>
            <a:spLocks noGrp="1"/>
          </p:cNvSpPr>
          <p:nvPr>
            <p:ph type="sldNum" sz="quarter" idx="4"/>
          </p:nvPr>
        </p:nvSpPr>
        <p:spPr>
          <a:xfrm>
            <a:off x="64579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pPr algn="r"/>
            <a:fld id="{1C0DB9A4-7C00-41BB-B303-4E91C20728DD}" type="slidenum">
              <a:rPr lang="en-US" smtClean="0"/>
              <a:pPr algn="r"/>
              <a:t>‹#›</a:t>
            </a:fld>
            <a:endParaRPr lang="en-US"/>
          </a:p>
        </p:txBody>
      </p:sp>
      <p:sp>
        <p:nvSpPr>
          <p:cNvPr id="2" name="Title Placeholder 1"/>
          <p:cNvSpPr>
            <a:spLocks noGrp="1"/>
          </p:cNvSpPr>
          <p:nvPr>
            <p:ph type="title"/>
          </p:nvPr>
        </p:nvSpPr>
        <p:spPr>
          <a:xfrm>
            <a:off x="628650" y="363856"/>
            <a:ext cx="7886700" cy="1013652"/>
          </a:xfrm>
          <a:prstGeom prst="rect">
            <a:avLst/>
          </a:prstGeom>
        </p:spPr>
        <p:txBody>
          <a:bodyPr vert="horz" lIns="91440" tIns="45720" rIns="91440" bIns="45720" rtlCol="0" anchor="ctr">
            <a:normAutofit/>
          </a:bodyPr>
          <a:lstStyle/>
          <a:p>
            <a:r>
              <a:rPr lang="en-US"/>
              <a:t>Click to edit Master title style</a:t>
            </a:r>
          </a:p>
        </p:txBody>
      </p:sp>
      <p:sp>
        <p:nvSpPr>
          <p:cNvPr id="16" name="Rectangle 15">
            <a:extLst>
              <a:ext uri="{FF2B5EF4-FFF2-40B4-BE49-F238E27FC236}">
                <a16:creationId xmlns:a16="http://schemas.microsoft.com/office/drawing/2014/main" id="{050A3E62-9D04-42CF-968F-5F6E2C124DB8}"/>
              </a:ext>
            </a:extLst>
          </p:cNvPr>
          <p:cNvSpPr/>
          <p:nvPr/>
        </p:nvSpPr>
        <p:spPr>
          <a:xfrm>
            <a:off x="-88899" y="5219701"/>
            <a:ext cx="1564852" cy="261610"/>
          </a:xfrm>
          <a:prstGeom prst="rect">
            <a:avLst/>
          </a:prstGeom>
        </p:spPr>
        <p:txBody>
          <a:bodyPr wrap="none">
            <a:spAutoFit/>
          </a:bodyPr>
          <a:lstStyle/>
          <a:p>
            <a:r>
              <a:rPr lang="en-US" sz="1100" b="0" i="0" dirty="0">
                <a:solidFill>
                  <a:srgbClr val="555555"/>
                </a:solidFill>
                <a:effectLst/>
                <a:latin typeface="Open Sans" panose="020B0606030504020204" pitchFamily="34" charset="0"/>
              </a:rPr>
              <a:t>© </a:t>
            </a:r>
            <a:r>
              <a:rPr lang="en-US" sz="1100" b="0" i="0" u="none" strike="noStrike" dirty="0">
                <a:solidFill>
                  <a:srgbClr val="A5CD28"/>
                </a:solidFill>
                <a:effectLst/>
                <a:latin typeface="Open Sans" panose="020B0606030504020204" pitchFamily="34" charset="0"/>
                <a:hlinkClick r:id="rId14" tooltip="PresentationGo!"/>
              </a:rPr>
              <a:t>presentationgo.com</a:t>
            </a:r>
            <a:endParaRPr lang="en-US" sz="1100" dirty="0"/>
          </a:p>
        </p:txBody>
      </p:sp>
      <p:grpSp>
        <p:nvGrpSpPr>
          <p:cNvPr id="7" name="Group 16">
            <a:extLst>
              <a:ext uri="{FF2B5EF4-FFF2-40B4-BE49-F238E27FC236}">
                <a16:creationId xmlns:a16="http://schemas.microsoft.com/office/drawing/2014/main" id="{B356D5FC-88A6-4DDA-911C-2AF338BB6929}"/>
              </a:ext>
            </a:extLst>
          </p:cNvPr>
          <p:cNvGrpSpPr/>
          <p:nvPr/>
        </p:nvGrpSpPr>
        <p:grpSpPr>
          <a:xfrm>
            <a:off x="-1654908" y="-55353"/>
            <a:ext cx="1556359" cy="520664"/>
            <a:chOff x="-2096383" y="21447"/>
            <a:chExt cx="1556359" cy="694218"/>
          </a:xfrm>
        </p:grpSpPr>
        <p:sp>
          <p:nvSpPr>
            <p:cNvPr id="18" name="TextBox 17">
              <a:extLst>
                <a:ext uri="{FF2B5EF4-FFF2-40B4-BE49-F238E27FC236}">
                  <a16:creationId xmlns:a16="http://schemas.microsoft.com/office/drawing/2014/main" id="{52DEBD7C-F558-4D4F-8E49-929D46967D92}"/>
                </a:ext>
              </a:extLst>
            </p:cNvPr>
            <p:cNvSpPr txBox="1"/>
            <p:nvPr userDrawn="1"/>
          </p:nvSpPr>
          <p:spPr>
            <a:xfrm>
              <a:off x="-2096383" y="21447"/>
              <a:ext cx="369012"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By:</a:t>
              </a:r>
            </a:p>
          </p:txBody>
        </p:sp>
        <p:sp>
          <p:nvSpPr>
            <p:cNvPr id="19" name="TextBox 18">
              <a:extLst>
                <a:ext uri="{FF2B5EF4-FFF2-40B4-BE49-F238E27FC236}">
                  <a16:creationId xmlns:a16="http://schemas.microsoft.com/office/drawing/2014/main" id="{8C9E32DC-7D1B-4F0A-8A94-9976C83581EE}"/>
                </a:ext>
              </a:extLst>
            </p:cNvPr>
            <p:cNvSpPr txBox="1"/>
            <p:nvPr userDrawn="1"/>
          </p:nvSpPr>
          <p:spPr>
            <a:xfrm>
              <a:off x="-1002010" y="387370"/>
              <a:ext cx="461986"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.com</a:t>
              </a:r>
            </a:p>
          </p:txBody>
        </p:sp>
        <p:pic>
          <p:nvPicPr>
            <p:cNvPr id="20" name="Picture 19">
              <a:extLst>
                <a:ext uri="{FF2B5EF4-FFF2-40B4-BE49-F238E27FC236}">
                  <a16:creationId xmlns:a16="http://schemas.microsoft.com/office/drawing/2014/main" id="{CDF23B40-7BE1-43AB-84F8-8890236A61DB}"/>
                </a:ext>
              </a:extLst>
            </p:cNvPr>
            <p:cNvPicPr>
              <a:picLocks noChangeAspect="1"/>
            </p:cNvPicPr>
            <p:nvPr userDrawn="1"/>
          </p:nvPicPr>
          <p:blipFill>
            <a:blip r:embed="rId15" cstate="print"/>
            <a:stretch>
              <a:fillRect/>
            </a:stretch>
          </p:blipFill>
          <p:spPr>
            <a:xfrm>
              <a:off x="-2018604" y="234547"/>
              <a:ext cx="1405251" cy="185944"/>
            </a:xfrm>
            <a:prstGeom prst="rect">
              <a:avLst/>
            </a:prstGeom>
          </p:spPr>
        </p:pic>
      </p:grpSp>
    </p:spTree>
    <p:extLst>
      <p:ext uri="{BB962C8B-B14F-4D97-AF65-F5344CB8AC3E}">
        <p14:creationId xmlns:p14="http://schemas.microsoft.com/office/powerpoint/2010/main" val="237151270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txStyles>
    <p:titleStyle>
      <a:lvl1pPr algn="l" defTabSz="914378" rtl="0" eaLnBrk="1" latinLnBrk="0" hangingPunct="1">
        <a:lnSpc>
          <a:spcPct val="90000"/>
        </a:lnSpc>
        <a:spcBef>
          <a:spcPct val="0"/>
        </a:spcBef>
        <a:buNone/>
        <a:defRPr sz="4050" kern="1200" cap="all" baseline="0">
          <a:solidFill>
            <a:schemeClr val="bg1"/>
          </a:solidFill>
          <a:latin typeface="+mn-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rgbClr val="5D686E"/>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rgbClr val="5D686E"/>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rgbClr val="5D686E"/>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97E942A-26CB-4FC8-A61F-ED7BAF06B75B}" type="datetimeFigureOut">
              <a:rPr lang="en-US" smtClean="0"/>
              <a:pPr/>
              <a:t>12/23/2024</a:t>
            </a:fld>
            <a:endParaRPr 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pPr/>
              <a:t>‹#›</a:t>
            </a:fld>
            <a:endParaRPr lang="en-US"/>
          </a:p>
        </p:txBody>
      </p:sp>
    </p:spTree>
    <p:extLst>
      <p:ext uri="{BB962C8B-B14F-4D97-AF65-F5344CB8AC3E}">
        <p14:creationId xmlns:p14="http://schemas.microsoft.com/office/powerpoint/2010/main" val="4056465630"/>
      </p:ext>
    </p:extLst>
  </p:cSld>
  <p:clrMap bg1="lt1" tx1="dk1" bg2="lt2" tx2="dk2" accent1="accent1" accent2="accent2" accent3="accent3" accent4="accent4" accent5="accent5" accent6="accent6" hlink="hlink" folHlink="folHlink"/>
  <p:sldLayoutIdLst>
    <p:sldLayoutId id="21474837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r>
              <a:rPr lang="en-US"/>
              <a:t>Χειμώνας 2011</a:t>
            </a:r>
            <a:endParaRPr lang="en-US" dirty="0"/>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r>
              <a:rPr lang="en-IN"/>
              <a:t>CS-409: </a:t>
            </a:r>
            <a:r>
              <a:rPr lang="el-GR"/>
              <a:t>Αντικειμενοστρεφής Προγραμματισμος</a:t>
            </a:r>
            <a:endParaRPr lang="en-US"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81A9E46F-7BA3-46CF-8DB8-B01995389C8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9.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8" Type="http://schemas.openxmlformats.org/officeDocument/2006/relationships/hyperlink" Target="https://maven.apache.org/guides/" TargetMode="External"/><Relationship Id="rId3" Type="http://schemas.openxmlformats.org/officeDocument/2006/relationships/hyperlink" Target="https://dev.mysql.com/doc/" TargetMode="External"/><Relationship Id="rId7" Type="http://schemas.openxmlformats.org/officeDocument/2006/relationships/hyperlink" Target="https://tomcat.apache.org/tomcat-9.0-doc/" TargetMode="External"/><Relationship Id="rId2" Type="http://schemas.openxmlformats.org/officeDocument/2006/relationships/hyperlink" Target="https://spring.io/projects/spring-boot" TargetMode="External"/><Relationship Id="rId1" Type="http://schemas.openxmlformats.org/officeDocument/2006/relationships/slideLayout" Target="../slideLayouts/slideLayout89.xml"/><Relationship Id="rId6" Type="http://schemas.openxmlformats.org/officeDocument/2006/relationships/hyperlink" Target="https://docs.oracle.com/javase/tutorial/" TargetMode="External"/><Relationship Id="rId5" Type="http://schemas.openxmlformats.org/officeDocument/2006/relationships/hyperlink" Target="https://www.w3.org/Style/CSS/" TargetMode="External"/><Relationship Id="rId10" Type="http://schemas.openxmlformats.org/officeDocument/2006/relationships/hyperlink" Target="https://spring.io/projects/spring-security" TargetMode="External"/><Relationship Id="rId4" Type="http://schemas.openxmlformats.org/officeDocument/2006/relationships/hyperlink" Target="https://www.oracle.com/java/technologies/java-ee-glossary.html" TargetMode="External"/><Relationship Id="rId9" Type="http://schemas.openxmlformats.org/officeDocument/2006/relationships/hyperlink" Target="https://developer.mozilla.org/en-US/docs/Learn"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251520" y="365502"/>
            <a:ext cx="8469288" cy="1647590"/>
          </a:xfrm>
          <a:prstGeom prst="rect">
            <a:avLst/>
          </a:prstGeom>
          <a:gradFill flip="none" rotWithShape="1">
            <a:gsLst>
              <a:gs pos="19000">
                <a:schemeClr val="accent5">
                  <a:lumMod val="12000"/>
                  <a:lumOff val="88000"/>
                </a:schemeClr>
              </a:gs>
              <a:gs pos="72000">
                <a:schemeClr val="accent5">
                  <a:lumMod val="0"/>
                  <a:lumOff val="100000"/>
                </a:schemeClr>
              </a:gs>
              <a:gs pos="93007">
                <a:schemeClr val="accent5">
                  <a:lumMod val="100000"/>
                </a:schemeClr>
              </a:gs>
              <a:gs pos="79000">
                <a:schemeClr val="accent5">
                  <a:lumMod val="100000"/>
                </a:schemeClr>
              </a:gs>
            </a:gsLst>
            <a:path path="rect">
              <a:fillToRect r="100000" b="100000"/>
            </a:path>
            <a:tileRect l="-100000" t="-100000"/>
          </a:gradFill>
          <a:ln cap="flat"/>
          <a:effectLst>
            <a:glow rad="101600">
              <a:schemeClr val="accent4">
                <a:satMod val="175000"/>
                <a:alpha val="40000"/>
              </a:schemeClr>
            </a:glow>
            <a:innerShdw blurRad="63500" dist="50800" dir="18900000">
              <a:prstClr val="black">
                <a:alpha val="50000"/>
              </a:prstClr>
            </a:innerShdw>
          </a:effectLst>
          <a:scene3d>
            <a:camera prst="orthographicFront"/>
            <a:lightRig rig="contrasting" dir="t"/>
          </a:scene3d>
          <a:sp3d extrusionH="76200">
            <a:bevelT w="152400" h="50800" prst="softRound"/>
            <a:extrusionClr>
              <a:schemeClr val="bg2"/>
            </a:extrusionClr>
          </a:sp3d>
        </p:spPr>
        <p:style>
          <a:lnRef idx="1">
            <a:schemeClr val="accent5"/>
          </a:lnRef>
          <a:fillRef idx="2">
            <a:schemeClr val="accent5"/>
          </a:fillRef>
          <a:effectRef idx="1">
            <a:schemeClr val="accent5"/>
          </a:effectRef>
          <a:fontRef idx="minor">
            <a:schemeClr val="dk1"/>
          </a:fontRef>
        </p:style>
        <p:txBody>
          <a:bodyPr lIns="90000" tIns="45000" rIns="90000" bIns="45000" anchor="b">
            <a:noAutofit/>
          </a:bodyPr>
          <a:lstStyle/>
          <a:p>
            <a:pPr>
              <a:lnSpc>
                <a:spcPct val="100000"/>
              </a:lnSpc>
            </a:pPr>
            <a:r>
              <a:rPr lang="en-US" sz="2800" b="1" cap="all" spc="-100" dirty="0">
                <a:solidFill>
                  <a:srgbClr val="C00000"/>
                </a:solidFill>
                <a:latin typeface="Gill Sans MT" panose="020B0502020104020203" pitchFamily="34" charset="0"/>
                <a:ea typeface="+mj-ea"/>
                <a:cs typeface="+mj-cs"/>
              </a:rPr>
              <a:t>ADP  </a:t>
            </a:r>
            <a:r>
              <a:rPr lang="en-US" sz="2800" b="1" cap="all" spc="-100" dirty="0" err="1">
                <a:solidFill>
                  <a:srgbClr val="C00000"/>
                </a:solidFill>
                <a:latin typeface="Gill Sans MT" panose="020B0502020104020203" pitchFamily="34" charset="0"/>
                <a:ea typeface="+mj-ea"/>
                <a:cs typeface="+mj-cs"/>
              </a:rPr>
              <a:t>EndSem</a:t>
            </a:r>
            <a:r>
              <a:rPr lang="en-US" sz="2800" b="1" cap="all" spc="-100" dirty="0">
                <a:solidFill>
                  <a:srgbClr val="C00000"/>
                </a:solidFill>
                <a:latin typeface="Gill Sans MT" panose="020B0502020104020203" pitchFamily="34" charset="0"/>
                <a:ea typeface="+mj-ea"/>
                <a:cs typeface="+mj-cs"/>
              </a:rPr>
              <a:t> </a:t>
            </a:r>
            <a:r>
              <a:rPr lang="en-US" sz="2800" b="1" cap="all" spc="-100" dirty="0" err="1">
                <a:solidFill>
                  <a:srgbClr val="C00000"/>
                </a:solidFill>
                <a:latin typeface="Gill Sans MT" panose="020B0502020104020203" pitchFamily="34" charset="0"/>
                <a:ea typeface="+mj-ea"/>
                <a:cs typeface="+mj-cs"/>
              </a:rPr>
              <a:t>PrOJECT</a:t>
            </a:r>
            <a:endParaRPr lang="en-US" sz="2800" b="1" cap="all" spc="-100" dirty="0">
              <a:solidFill>
                <a:srgbClr val="C00000"/>
              </a:solidFill>
              <a:latin typeface="Gill Sans MT" panose="020B0502020104020203" pitchFamily="34" charset="0"/>
              <a:ea typeface="+mj-ea"/>
              <a:cs typeface="+mj-cs"/>
            </a:endParaRPr>
          </a:p>
          <a:p>
            <a:pPr>
              <a:lnSpc>
                <a:spcPct val="100000"/>
              </a:lnSpc>
            </a:pPr>
            <a:endParaRPr lang="en-US" sz="2800" b="1" cap="all" spc="-100" dirty="0">
              <a:solidFill>
                <a:srgbClr val="C00000"/>
              </a:solidFill>
              <a:latin typeface="Gill Sans MT" panose="020B0502020104020203" pitchFamily="34" charset="0"/>
              <a:ea typeface="+mj-ea"/>
              <a:cs typeface="+mj-cs"/>
            </a:endParaRPr>
          </a:p>
          <a:p>
            <a:r>
              <a:rPr lang="en-US" sz="2400" kern="0" spc="-67" dirty="0">
                <a:solidFill>
                  <a:schemeClr val="accent1"/>
                </a:solidFill>
                <a:latin typeface="Anton" pitchFamily="34" charset="0"/>
                <a:ea typeface="Anton" pitchFamily="34" charset="-122"/>
                <a:cs typeface="Anton" pitchFamily="34" charset="-120"/>
              </a:rPr>
              <a:t>Online Gym Management System</a:t>
            </a:r>
            <a:r>
              <a:rPr lang="en-US" sz="2400" kern="0" dirty="0">
                <a:solidFill>
                  <a:schemeClr val="accent1"/>
                </a:solidFill>
                <a:ea typeface="Anton" pitchFamily="34" charset="-122"/>
                <a:cs typeface="Anton" pitchFamily="34" charset="-120"/>
              </a:rPr>
              <a:t> </a:t>
            </a:r>
            <a:r>
              <a:rPr lang="en-US" sz="2400" spc="-1" dirty="0">
                <a:solidFill>
                  <a:srgbClr val="002060"/>
                </a:solidFill>
                <a:latin typeface="Gill Sans MT" panose="020B0502020104020203" pitchFamily="34" charset="0"/>
              </a:rPr>
              <a:t>using </a:t>
            </a:r>
            <a:r>
              <a:rPr lang="en-US" sz="2400" spc="-1" dirty="0" err="1">
                <a:solidFill>
                  <a:srgbClr val="002060"/>
                </a:solidFill>
                <a:latin typeface="Gill Sans MT" panose="020B0502020104020203" pitchFamily="34" charset="0"/>
              </a:rPr>
              <a:t>springboot</a:t>
            </a:r>
            <a:br>
              <a:rPr sz="2400" dirty="0">
                <a:solidFill>
                  <a:srgbClr val="7030A0"/>
                </a:solidFill>
                <a:latin typeface="Gill Sans MT" panose="020B0502020104020203" pitchFamily="34" charset="0"/>
              </a:rPr>
            </a:br>
            <a:endParaRPr lang="en-US" sz="2400" b="0" strike="noStrike" spc="-1" dirty="0">
              <a:solidFill>
                <a:srgbClr val="7030A0"/>
              </a:solidFill>
              <a:latin typeface="Gill Sans MT" panose="020B0502020104020203" pitchFamily="34" charset="0"/>
            </a:endParaRPr>
          </a:p>
        </p:txBody>
      </p:sp>
      <p:sp>
        <p:nvSpPr>
          <p:cNvPr id="95" name="TextShape 2"/>
          <p:cNvSpPr txBox="1"/>
          <p:nvPr/>
        </p:nvSpPr>
        <p:spPr>
          <a:xfrm>
            <a:off x="174736" y="2138264"/>
            <a:ext cx="6992240" cy="576064"/>
          </a:xfrm>
          <a:prstGeom prst="rect">
            <a:avLst/>
          </a:prstGeom>
          <a:noFill/>
          <a:ln>
            <a:noFill/>
          </a:ln>
        </p:spPr>
        <p:txBody>
          <a:bodyPr lIns="90000" tIns="0" rIns="90000" bIns="45000">
            <a:normAutofit fontScale="94000"/>
          </a:bodyPr>
          <a:lstStyle/>
          <a:p>
            <a:pPr marL="27360">
              <a:spcBef>
                <a:spcPts val="601"/>
              </a:spcBef>
            </a:pPr>
            <a:r>
              <a:rPr lang="en-IN" sz="2100" b="1" strike="noStrike" spc="-1" dirty="0">
                <a:solidFill>
                  <a:srgbClr val="002060"/>
                </a:solidFill>
                <a:latin typeface="Gill Sans MT"/>
              </a:rPr>
              <a:t>Supervised By</a:t>
            </a:r>
            <a:r>
              <a:rPr lang="en-IN" sz="2100" b="1" strike="noStrike" spc="-1" dirty="0">
                <a:solidFill>
                  <a:srgbClr val="361309"/>
                </a:solidFill>
                <a:latin typeface="Gill Sans MT"/>
              </a:rPr>
              <a:t>:</a:t>
            </a:r>
            <a:r>
              <a:rPr lang="en-IN" sz="2100" spc="-1" dirty="0">
                <a:latin typeface="Arial"/>
              </a:rPr>
              <a:t> </a:t>
            </a:r>
            <a:r>
              <a:rPr lang="en-IN" sz="2100" b="1" spc="-1" dirty="0">
                <a:solidFill>
                  <a:srgbClr val="FF0000"/>
                </a:solidFill>
                <a:latin typeface="Gill Sans MT"/>
              </a:rPr>
              <a:t>Miss</a:t>
            </a:r>
            <a:r>
              <a:rPr lang="en-IN" sz="2100" b="1" strike="noStrike" spc="-1" dirty="0">
                <a:solidFill>
                  <a:srgbClr val="FF0000"/>
                </a:solidFill>
                <a:latin typeface="Gill Sans MT"/>
              </a:rPr>
              <a:t>. Ruby</a:t>
            </a:r>
            <a:r>
              <a:rPr lang="en-IN" sz="2100" b="1" spc="-1" dirty="0">
                <a:solidFill>
                  <a:srgbClr val="FF0000"/>
                </a:solidFill>
                <a:latin typeface="Gill Sans MT"/>
              </a:rPr>
              <a:t> </a:t>
            </a:r>
            <a:endParaRPr lang="en-IN" sz="2100" spc="-1" dirty="0">
              <a:solidFill>
                <a:srgbClr val="FF0000"/>
              </a:solidFill>
            </a:endParaRPr>
          </a:p>
          <a:p>
            <a:pPr marL="27360">
              <a:lnSpc>
                <a:spcPct val="100000"/>
              </a:lnSpc>
              <a:spcBef>
                <a:spcPts val="601"/>
              </a:spcBef>
            </a:pPr>
            <a:endParaRPr lang="en-IN" sz="2100" b="0" strike="noStrike" spc="-1" dirty="0">
              <a:latin typeface="Arial"/>
            </a:endParaRPr>
          </a:p>
        </p:txBody>
      </p:sp>
      <p:sp>
        <p:nvSpPr>
          <p:cNvPr id="96" name="CustomShape 3"/>
          <p:cNvSpPr/>
          <p:nvPr/>
        </p:nvSpPr>
        <p:spPr>
          <a:xfrm>
            <a:off x="174737" y="2526443"/>
            <a:ext cx="3806121" cy="675654"/>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2000" b="1" u="sng" strike="noStrike" spc="-1" dirty="0">
                <a:solidFill>
                  <a:srgbClr val="002060"/>
                </a:solidFill>
                <a:latin typeface="Gill Sans MT"/>
              </a:rPr>
              <a:t>Group No</a:t>
            </a:r>
            <a:r>
              <a:rPr lang="en-IN" sz="2000" b="1" u="sng" spc="-1" dirty="0">
                <a:solidFill>
                  <a:srgbClr val="002060"/>
                </a:solidFill>
                <a:latin typeface="Gill Sans MT"/>
              </a:rPr>
              <a:t> </a:t>
            </a:r>
            <a:r>
              <a:rPr lang="en-IN" sz="2400" b="1" spc="-1" dirty="0">
                <a:solidFill>
                  <a:srgbClr val="002060"/>
                </a:solidFill>
                <a:latin typeface="Gill Sans MT"/>
              </a:rPr>
              <a:t>: </a:t>
            </a:r>
            <a:r>
              <a:rPr lang="en-IN" sz="2400" b="1" spc="-1" dirty="0">
                <a:solidFill>
                  <a:srgbClr val="002060"/>
                </a:solidFill>
                <a:latin typeface="Times New Roman" panose="02020603050405020304" pitchFamily="18" charset="0"/>
                <a:cs typeface="Times New Roman" panose="02020603050405020304" pitchFamily="18" charset="0"/>
              </a:rPr>
              <a:t>3</a:t>
            </a:r>
            <a:endParaRPr lang="en-IN" sz="2400" b="0" strike="noStrike" spc="-1" dirty="0">
              <a:solidFill>
                <a:srgbClr val="002060"/>
              </a:solidFill>
              <a:latin typeface="Times New Roman" panose="02020603050405020304" pitchFamily="18" charset="0"/>
              <a:cs typeface="Times New Roman" panose="02020603050405020304" pitchFamily="18" charset="0"/>
            </a:endParaRPr>
          </a:p>
          <a:p>
            <a:pPr>
              <a:lnSpc>
                <a:spcPct val="100000"/>
              </a:lnSpc>
            </a:pPr>
            <a:endParaRPr lang="en-IN" sz="1400" b="0" strike="noStrike" spc="-1" dirty="0">
              <a:latin typeface="Arial"/>
            </a:endParaRPr>
          </a:p>
        </p:txBody>
      </p:sp>
      <p:sp>
        <p:nvSpPr>
          <p:cNvPr id="97" name="CustomShape 4"/>
          <p:cNvSpPr/>
          <p:nvPr/>
        </p:nvSpPr>
        <p:spPr>
          <a:xfrm>
            <a:off x="4795145" y="2526443"/>
            <a:ext cx="4199006" cy="181442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600" b="1" strike="noStrike" spc="-1" dirty="0">
                <a:solidFill>
                  <a:srgbClr val="002060"/>
                </a:solidFill>
                <a:latin typeface="Gill Sans MT"/>
              </a:rPr>
              <a:t>Department of Computer Science and Engineering</a:t>
            </a:r>
            <a:endParaRPr lang="en-IN" sz="1600" b="1" strike="noStrike" spc="-1" dirty="0">
              <a:solidFill>
                <a:srgbClr val="002060"/>
              </a:solidFill>
              <a:latin typeface="Arial"/>
            </a:endParaRPr>
          </a:p>
          <a:p>
            <a:pPr>
              <a:lnSpc>
                <a:spcPct val="100000"/>
              </a:lnSpc>
            </a:pPr>
            <a:r>
              <a:rPr lang="en-IN" sz="1600" b="1" strike="noStrike" spc="-1" dirty="0">
                <a:solidFill>
                  <a:srgbClr val="000000"/>
                </a:solidFill>
                <a:latin typeface="Gill Sans MT"/>
              </a:rPr>
              <a:t>Faculty of Engineering &amp; Technology (ITER)</a:t>
            </a:r>
            <a:endParaRPr lang="en-IN" sz="1600" b="0" strike="noStrike" spc="-1" dirty="0">
              <a:latin typeface="Arial"/>
            </a:endParaRPr>
          </a:p>
          <a:p>
            <a:pPr>
              <a:lnSpc>
                <a:spcPct val="100000"/>
              </a:lnSpc>
            </a:pPr>
            <a:r>
              <a:rPr lang="en-IN" sz="1600" b="1" strike="noStrike" spc="-1" dirty="0">
                <a:solidFill>
                  <a:srgbClr val="000000"/>
                </a:solidFill>
                <a:latin typeface="Gill Sans MT"/>
              </a:rPr>
              <a:t>Siksha ‘O’ </a:t>
            </a:r>
            <a:r>
              <a:rPr lang="en-IN" sz="1600" b="1" strike="noStrike" spc="-1" dirty="0" err="1">
                <a:solidFill>
                  <a:srgbClr val="000000"/>
                </a:solidFill>
                <a:latin typeface="Gill Sans MT"/>
              </a:rPr>
              <a:t>Anusandhan</a:t>
            </a:r>
            <a:r>
              <a:rPr lang="en-IN" sz="1600" b="1" strike="noStrike" spc="-1" dirty="0">
                <a:solidFill>
                  <a:srgbClr val="000000"/>
                </a:solidFill>
                <a:latin typeface="Gill Sans MT"/>
              </a:rPr>
              <a:t> (Deemed to be) University</a:t>
            </a:r>
            <a:r>
              <a:rPr lang="en-IN" sz="1600" b="0" strike="noStrike" spc="-1" dirty="0">
                <a:solidFill>
                  <a:srgbClr val="000000"/>
                </a:solidFill>
                <a:latin typeface="Gill Sans MT"/>
              </a:rPr>
              <a:t> </a:t>
            </a:r>
          </a:p>
          <a:p>
            <a:pPr>
              <a:lnSpc>
                <a:spcPct val="100000"/>
              </a:lnSpc>
            </a:pPr>
            <a:r>
              <a:rPr lang="en-IN" sz="1600" b="1" strike="noStrike" spc="-1" dirty="0">
                <a:solidFill>
                  <a:srgbClr val="000000"/>
                </a:solidFill>
                <a:latin typeface="Gill Sans MT"/>
              </a:rPr>
              <a:t>Bhubaneswar, Odisha</a:t>
            </a:r>
            <a:endParaRPr lang="en-IN" sz="1600" b="0" strike="noStrike" spc="-1" dirty="0">
              <a:latin typeface="Arial"/>
            </a:endParaRPr>
          </a:p>
        </p:txBody>
      </p:sp>
      <p:sp>
        <p:nvSpPr>
          <p:cNvPr id="98" name="TextShape 5"/>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F277BE30-6CD2-45EB-896E-478D60EBC98C}" type="slidenum">
              <a:rPr lang="en-IN" sz="1200" b="0" strike="noStrike" spc="-1">
                <a:solidFill>
                  <a:srgbClr val="B5A989"/>
                </a:solidFill>
                <a:latin typeface="Gill Sans MT"/>
              </a:rPr>
              <a:pPr algn="ctr">
                <a:lnSpc>
                  <a:spcPct val="100000"/>
                </a:lnSpc>
              </a:pPr>
              <a:t>1</a:t>
            </a:fld>
            <a:endParaRPr lang="en-IN" sz="1200" b="0" strike="noStrike" spc="-1">
              <a:latin typeface="Times New Roman"/>
            </a:endParaRPr>
          </a:p>
        </p:txBody>
      </p:sp>
      <p:sp>
        <p:nvSpPr>
          <p:cNvPr id="99" name="CustomShape 6"/>
          <p:cNvSpPr/>
          <p:nvPr/>
        </p:nvSpPr>
        <p:spPr>
          <a:xfrm>
            <a:off x="155520" y="-108270"/>
            <a:ext cx="304560" cy="228420"/>
          </a:xfrm>
          <a:prstGeom prst="rect">
            <a:avLst/>
          </a:prstGeom>
          <a:noFill/>
          <a:ln>
            <a:noFill/>
          </a:ln>
        </p:spPr>
        <p:style>
          <a:lnRef idx="0">
            <a:scrgbClr r="0" g="0" b="0"/>
          </a:lnRef>
          <a:fillRef idx="0">
            <a:scrgbClr r="0" g="0" b="0"/>
          </a:fillRef>
          <a:effectRef idx="0">
            <a:scrgbClr r="0" g="0" b="0"/>
          </a:effectRef>
          <a:fontRef idx="minor"/>
        </p:style>
      </p:sp>
      <p:pic>
        <p:nvPicPr>
          <p:cNvPr id="100" name="Picture 3"/>
          <p:cNvPicPr/>
          <p:nvPr/>
        </p:nvPicPr>
        <p:blipFill>
          <a:blip r:embed="rId2" cstate="print"/>
          <a:stretch/>
        </p:blipFill>
        <p:spPr>
          <a:xfrm>
            <a:off x="7308304" y="544171"/>
            <a:ext cx="1042904" cy="990134"/>
          </a:xfrm>
          <a:prstGeom prst="rect">
            <a:avLst/>
          </a:prstGeom>
          <a:ln>
            <a:noFill/>
          </a:ln>
        </p:spPr>
      </p:pic>
      <p:sp>
        <p:nvSpPr>
          <p:cNvPr id="5" name="TextBox 4">
            <a:extLst>
              <a:ext uri="{FF2B5EF4-FFF2-40B4-BE49-F238E27FC236}">
                <a16:creationId xmlns:a16="http://schemas.microsoft.com/office/drawing/2014/main" id="{7BD46B2E-26F6-6D58-7EC5-B1787ADE9E40}"/>
              </a:ext>
            </a:extLst>
          </p:cNvPr>
          <p:cNvSpPr txBox="1"/>
          <p:nvPr/>
        </p:nvSpPr>
        <p:spPr>
          <a:xfrm>
            <a:off x="372994" y="3219822"/>
            <a:ext cx="4199006" cy="369332"/>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1F46C8F6-FFBE-3C88-28AB-76C9430C1FBB}"/>
              </a:ext>
            </a:extLst>
          </p:cNvPr>
          <p:cNvSpPr txBox="1"/>
          <p:nvPr/>
        </p:nvSpPr>
        <p:spPr>
          <a:xfrm>
            <a:off x="174738" y="3003798"/>
            <a:ext cx="4397261"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Saugat Mohanty- 2141013224</a:t>
            </a:r>
          </a:p>
          <a:p>
            <a:r>
              <a:rPr lang="en-US" b="1" dirty="0" err="1">
                <a:latin typeface="Times New Roman" panose="02020603050405020304" pitchFamily="18" charset="0"/>
                <a:cs typeface="Times New Roman" panose="02020603050405020304" pitchFamily="18" charset="0"/>
              </a:rPr>
              <a:t>Ronik</a:t>
            </a:r>
            <a:r>
              <a:rPr lang="en-US" b="1" dirty="0">
                <a:latin typeface="Times New Roman" panose="02020603050405020304" pitchFamily="18" charset="0"/>
                <a:cs typeface="Times New Roman" panose="02020603050405020304" pitchFamily="18" charset="0"/>
              </a:rPr>
              <a:t> Kumar Das- 2141004063</a:t>
            </a:r>
          </a:p>
          <a:p>
            <a:r>
              <a:rPr lang="en-US" b="1" dirty="0" err="1">
                <a:latin typeface="Times New Roman" panose="02020603050405020304" pitchFamily="18" charset="0"/>
                <a:cs typeface="Times New Roman" panose="02020603050405020304" pitchFamily="18" charset="0"/>
              </a:rPr>
              <a:t>Swoyam</a:t>
            </a:r>
            <a:r>
              <a:rPr lang="en-US" b="1" dirty="0">
                <a:latin typeface="Times New Roman" panose="02020603050405020304" pitchFamily="18" charset="0"/>
                <a:cs typeface="Times New Roman" panose="02020603050405020304" pitchFamily="18" charset="0"/>
              </a:rPr>
              <a:t> Prakash Mohanty- 2141013226</a:t>
            </a:r>
          </a:p>
          <a:p>
            <a:r>
              <a:rPr lang="en-US" b="1" dirty="0">
                <a:latin typeface="Times New Roman" panose="02020603050405020304" pitchFamily="18" charset="0"/>
                <a:cs typeface="Times New Roman" panose="02020603050405020304" pitchFamily="18" charset="0"/>
              </a:rPr>
              <a:t>Ankit Mishra- 2141013145</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395536" y="364745"/>
            <a:ext cx="8424936" cy="723488"/>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Autofit/>
          </a:bodyPr>
          <a:lstStyle/>
          <a:p>
            <a:pPr>
              <a:lnSpc>
                <a:spcPct val="100000"/>
              </a:lnSpc>
            </a:pPr>
            <a:r>
              <a:rPr lang="en-US" sz="2800" b="1" spc="-1" dirty="0">
                <a:solidFill>
                  <a:srgbClr val="C00000"/>
                </a:solidFill>
                <a:latin typeface="Gill Sans MT" panose="020B0502020104020203" pitchFamily="34" charset="0"/>
                <a:cs typeface="Times New Roman" pitchFamily="18" charset="0"/>
              </a:rPr>
              <a:t>Introduction</a:t>
            </a:r>
          </a:p>
        </p:txBody>
      </p:sp>
      <p:sp>
        <p:nvSpPr>
          <p:cNvPr id="107"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6524399E-7446-4F74-B823-A4CC295C522F}" type="slidenum">
              <a:rPr lang="en-IN" sz="1200" b="0" strike="noStrike" spc="-1">
                <a:solidFill>
                  <a:srgbClr val="B5A989"/>
                </a:solidFill>
                <a:latin typeface="Gill Sans MT"/>
              </a:rPr>
              <a:pPr algn="ctr">
                <a:lnSpc>
                  <a:spcPct val="100000"/>
                </a:lnSpc>
              </a:pPr>
              <a:t>2</a:t>
            </a:fld>
            <a:endParaRPr lang="en-IN" sz="1200" b="0" strike="noStrike" spc="-1">
              <a:latin typeface="Times New Roman"/>
            </a:endParaRPr>
          </a:p>
        </p:txBody>
      </p:sp>
      <p:sp>
        <p:nvSpPr>
          <p:cNvPr id="3" name="TextBox 2">
            <a:extLst>
              <a:ext uri="{FF2B5EF4-FFF2-40B4-BE49-F238E27FC236}">
                <a16:creationId xmlns:a16="http://schemas.microsoft.com/office/drawing/2014/main" id="{7DB28E95-0486-216C-CA8B-D52A49B23B12}"/>
              </a:ext>
            </a:extLst>
          </p:cNvPr>
          <p:cNvSpPr txBox="1"/>
          <p:nvPr/>
        </p:nvSpPr>
        <p:spPr>
          <a:xfrm>
            <a:off x="395536" y="1275606"/>
            <a:ext cx="8424936" cy="5940088"/>
          </a:xfrm>
          <a:prstGeom prst="rect">
            <a:avLst/>
          </a:prstGeom>
          <a:noFill/>
        </p:spPr>
        <p:txBody>
          <a:bodyPr wrap="square" rtlCol="0">
            <a:spAutoFit/>
          </a:bodyPr>
          <a:lstStyle/>
          <a:p>
            <a:r>
              <a:rPr lang="en-US" b="1" dirty="0">
                <a:solidFill>
                  <a:schemeClr val="accent2">
                    <a:lumMod val="75000"/>
                  </a:schemeClr>
                </a:solidFill>
                <a:highlight>
                  <a:srgbClr val="00FFFF"/>
                </a:highlight>
              </a:rPr>
              <a:t>Overview</a:t>
            </a:r>
          </a:p>
          <a:p>
            <a:endParaRPr lang="en-US" b="1" dirty="0">
              <a:solidFill>
                <a:schemeClr val="accent2">
                  <a:lumMod val="75000"/>
                </a:schemeClr>
              </a:solidFill>
            </a:endParaRPr>
          </a:p>
          <a:p>
            <a:r>
              <a:rPr lang="en-US" sz="2000" dirty="0">
                <a:solidFill>
                  <a:srgbClr val="00000A"/>
                </a:solidFill>
                <a:effectLst/>
                <a:latin typeface="Times New Roman" panose="02020603050405020304" pitchFamily="18" charset="0"/>
                <a:ea typeface="Droid Sans Fallback"/>
              </a:rPr>
              <a:t>The project, </a:t>
            </a:r>
            <a:r>
              <a:rPr lang="en-US" sz="2000" i="1" dirty="0">
                <a:solidFill>
                  <a:srgbClr val="00000A"/>
                </a:solidFill>
                <a:effectLst/>
                <a:latin typeface="Times New Roman" panose="02020603050405020304" pitchFamily="18" charset="0"/>
                <a:ea typeface="Droid Sans Fallback"/>
              </a:rPr>
              <a:t>"Online Gym Management System using Spring Boot,"</a:t>
            </a:r>
            <a:r>
              <a:rPr lang="en-US" sz="2000" dirty="0">
                <a:solidFill>
                  <a:srgbClr val="00000A"/>
                </a:solidFill>
                <a:effectLst/>
                <a:latin typeface="Times New Roman" panose="02020603050405020304" pitchFamily="18" charset="0"/>
                <a:ea typeface="Droid Sans Fallback"/>
              </a:rPr>
              <a:t> is designed to streamline gym operations by offering a comprehensive platform for managing memberships and schedules.</a:t>
            </a:r>
            <a:r>
              <a:rPr lang="en-US" sz="2000" dirty="0">
                <a:solidFill>
                  <a:srgbClr val="00000A"/>
                </a:solidFill>
                <a:effectLst/>
                <a:latin typeface="Calibri" panose="020F0502020204030204" pitchFamily="34" charset="0"/>
                <a:ea typeface="Droid Sans Fallback"/>
              </a:rPr>
              <a:t> </a:t>
            </a:r>
            <a:r>
              <a:rPr lang="en-US" sz="2000" dirty="0">
                <a:solidFill>
                  <a:srgbClr val="00000A"/>
                </a:solidFill>
                <a:effectLst/>
                <a:latin typeface="Times New Roman" panose="02020603050405020304" pitchFamily="18" charset="0"/>
                <a:ea typeface="Droid Sans Fallback"/>
              </a:rPr>
              <a:t>, the system provides an easy-to-use interface for gym administrators to manage members, classes, and schedules. This application streamlines administrative tasks, improves communication between staff and members, and ensures a smooth operation of the gym’s day-to-day activities.</a:t>
            </a:r>
            <a:endParaRPr lang="en-IN" sz="2000" dirty="0">
              <a:solidFill>
                <a:srgbClr val="00000A"/>
              </a:solidFill>
              <a:effectLst/>
              <a:latin typeface="Calibri" panose="020F0502020204030204" pitchFamily="34" charset="0"/>
              <a:ea typeface="Droid Sans Fallback"/>
            </a:endParaRPr>
          </a:p>
          <a:p>
            <a:endParaRPr lang="en-US" sz="2400"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a:p>
            <a:endParaRPr lang="en-US" b="1" dirty="0">
              <a:solidFill>
                <a:schemeClr val="accent2">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71387"/>
            <a:ext cx="8280920"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b="1" spc="-1" dirty="0">
                <a:solidFill>
                  <a:srgbClr val="C00000"/>
                </a:solidFill>
                <a:latin typeface="Gill Sans MT" panose="020B0502020104020203" pitchFamily="34" charset="0"/>
                <a:cs typeface="Times New Roman" pitchFamily="18" charset="0"/>
              </a:rPr>
            </a:br>
            <a:r>
              <a:rPr lang="en-US" sz="3100" b="1" spc="-1" dirty="0">
                <a:solidFill>
                  <a:srgbClr val="C00000"/>
                </a:solidFill>
                <a:latin typeface="Gill Sans MT" panose="020B0502020104020203" pitchFamily="34" charset="0"/>
                <a:cs typeface="Times New Roman" pitchFamily="18" charset="0"/>
              </a:rPr>
              <a:t>Introduction contd..</a:t>
            </a:r>
            <a:br>
              <a:rPr lang="en-US" sz="3100" b="1" spc="-1" dirty="0">
                <a:solidFill>
                  <a:srgbClr val="572314"/>
                </a:solidFill>
                <a:latin typeface="Times New Roman" pitchFamily="18" charset="0"/>
                <a:cs typeface="Times New Roman" pitchFamily="18" charset="0"/>
              </a:rPr>
            </a:br>
            <a:endParaRPr lang="en-IN" sz="3100" dirty="0"/>
          </a:p>
        </p:txBody>
      </p:sp>
      <p:sp>
        <p:nvSpPr>
          <p:cNvPr id="3" name="Content Placeholder 2"/>
          <p:cNvSpPr>
            <a:spLocks noGrp="1"/>
          </p:cNvSpPr>
          <p:nvPr>
            <p:ph idx="1"/>
          </p:nvPr>
        </p:nvSpPr>
        <p:spPr>
          <a:xfrm>
            <a:off x="323528" y="1200150"/>
            <a:ext cx="8568952" cy="3657600"/>
          </a:xfrm>
        </p:spPr>
        <p:txBody>
          <a:bodyPr>
            <a:normAutofit/>
          </a:bodyPr>
          <a:lstStyle/>
          <a:p>
            <a:pPr marL="0" lvl="1" indent="0">
              <a:buNone/>
            </a:pPr>
            <a:r>
              <a:rPr lang="en-US" sz="2000" b="1" u="sng" spc="-1" dirty="0">
                <a:solidFill>
                  <a:schemeClr val="accent2">
                    <a:lumMod val="50000"/>
                  </a:schemeClr>
                </a:solidFill>
                <a:highlight>
                  <a:srgbClr val="00FFFF"/>
                </a:highlight>
                <a:latin typeface="Gill Sans MT"/>
              </a:rPr>
              <a:t>Motivations</a:t>
            </a:r>
          </a:p>
          <a:p>
            <a:endParaRPr lang="en-IN" sz="2000" dirty="0"/>
          </a:p>
        </p:txBody>
      </p:sp>
      <p:sp>
        <p:nvSpPr>
          <p:cNvPr id="4" name="Content Placeholder 2">
            <a:extLst>
              <a:ext uri="{FF2B5EF4-FFF2-40B4-BE49-F238E27FC236}">
                <a16:creationId xmlns:a16="http://schemas.microsoft.com/office/drawing/2014/main" id="{3A197018-5371-4A8D-DE1A-4857B653C0DD}"/>
              </a:ext>
            </a:extLst>
          </p:cNvPr>
          <p:cNvSpPr>
            <a:spLocks noGrp="1"/>
          </p:cNvSpPr>
          <p:nvPr/>
        </p:nvSpPr>
        <p:spPr>
          <a:xfrm>
            <a:off x="395536" y="1635646"/>
            <a:ext cx="7704856" cy="3168352"/>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8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9pPr>
          </a:lstStyle>
          <a:p>
            <a:endParaRPr lang="en-IN" dirty="0"/>
          </a:p>
        </p:txBody>
      </p:sp>
      <p:sp>
        <p:nvSpPr>
          <p:cNvPr id="5" name="TextBox 4">
            <a:extLst>
              <a:ext uri="{FF2B5EF4-FFF2-40B4-BE49-F238E27FC236}">
                <a16:creationId xmlns:a16="http://schemas.microsoft.com/office/drawing/2014/main" id="{FA9768DE-0197-7926-4595-98815540AB51}"/>
              </a:ext>
            </a:extLst>
          </p:cNvPr>
          <p:cNvSpPr txBox="1"/>
          <p:nvPr/>
        </p:nvSpPr>
        <p:spPr>
          <a:xfrm>
            <a:off x="323528" y="1727180"/>
            <a:ext cx="7992888"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today's fast-paced world, manual gym management can lead to inefficiencies and errors. This motivated the development of the "Online Gym Management System using Spring Boot," aimed at automating memberships, payments, and scheduling. The project addresses limitations of traditional methods while meeting the demand for digital solutions to improve efficiency. Additionally, it offers hands-on experience with modern frameworks like Spring Boot and Java Full Stack, bridging theoretical knowledge with real-world application.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125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9502"/>
            <a:ext cx="8280920"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b="1" spc="-1" dirty="0">
                <a:solidFill>
                  <a:srgbClr val="C00000"/>
                </a:solidFill>
                <a:latin typeface="Gill Sans MT" panose="020B0502020104020203" pitchFamily="34" charset="0"/>
                <a:cs typeface="Times New Roman" pitchFamily="18" charset="0"/>
              </a:rPr>
            </a:br>
            <a:r>
              <a:rPr lang="en-US" sz="3100" b="1" spc="-1" dirty="0">
                <a:solidFill>
                  <a:srgbClr val="C00000"/>
                </a:solidFill>
                <a:latin typeface="Gill Sans MT" panose="020B0502020104020203" pitchFamily="34" charset="0"/>
                <a:cs typeface="Times New Roman" pitchFamily="18" charset="0"/>
              </a:rPr>
              <a:t>Introduction contd..</a:t>
            </a:r>
            <a:br>
              <a:rPr lang="en-US" sz="3100" b="1" spc="-1" dirty="0">
                <a:solidFill>
                  <a:srgbClr val="572314"/>
                </a:solidFill>
                <a:latin typeface="Times New Roman" pitchFamily="18" charset="0"/>
                <a:cs typeface="Times New Roman" pitchFamily="18" charset="0"/>
              </a:rPr>
            </a:br>
            <a:endParaRPr lang="en-IN" sz="3100" dirty="0"/>
          </a:p>
        </p:txBody>
      </p:sp>
      <p:sp>
        <p:nvSpPr>
          <p:cNvPr id="3" name="Content Placeholder 2"/>
          <p:cNvSpPr>
            <a:spLocks noGrp="1"/>
          </p:cNvSpPr>
          <p:nvPr>
            <p:ph idx="1"/>
          </p:nvPr>
        </p:nvSpPr>
        <p:spPr>
          <a:xfrm>
            <a:off x="323528" y="1200150"/>
            <a:ext cx="8568952" cy="3657600"/>
          </a:xfrm>
        </p:spPr>
        <p:txBody>
          <a:bodyPr>
            <a:normAutofit/>
          </a:bodyPr>
          <a:lstStyle/>
          <a:p>
            <a:pPr marL="0" lvl="1" indent="0">
              <a:buNone/>
            </a:pPr>
            <a:r>
              <a:rPr lang="en-US" sz="2000" b="1" u="sng" spc="-1" dirty="0">
                <a:solidFill>
                  <a:schemeClr val="accent2">
                    <a:lumMod val="50000"/>
                  </a:schemeClr>
                </a:solidFill>
                <a:highlight>
                  <a:srgbClr val="00FFFF"/>
                </a:highlight>
                <a:latin typeface="Gill Sans MT"/>
              </a:rPr>
              <a:t>Uniqueness of work</a:t>
            </a:r>
          </a:p>
          <a:p>
            <a:endParaRPr lang="en-IN" sz="2000" dirty="0"/>
          </a:p>
        </p:txBody>
      </p:sp>
      <p:sp>
        <p:nvSpPr>
          <p:cNvPr id="4" name="Content Placeholder 2">
            <a:extLst>
              <a:ext uri="{FF2B5EF4-FFF2-40B4-BE49-F238E27FC236}">
                <a16:creationId xmlns:a16="http://schemas.microsoft.com/office/drawing/2014/main" id="{3A197018-5371-4A8D-DE1A-4857B653C0DD}"/>
              </a:ext>
            </a:extLst>
          </p:cNvPr>
          <p:cNvSpPr>
            <a:spLocks noGrp="1"/>
          </p:cNvSpPr>
          <p:nvPr/>
        </p:nvSpPr>
        <p:spPr>
          <a:xfrm>
            <a:off x="395536" y="1635646"/>
            <a:ext cx="7704856" cy="3168352"/>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8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9pPr>
          </a:lstStyle>
          <a:p>
            <a:pPr marL="0" indent="0">
              <a:buNone/>
            </a:pPr>
            <a:endParaRPr lang="en-US" b="1" dirty="0"/>
          </a:p>
        </p:txBody>
      </p:sp>
      <p:sp>
        <p:nvSpPr>
          <p:cNvPr id="5" name="TextBox 4">
            <a:extLst>
              <a:ext uri="{FF2B5EF4-FFF2-40B4-BE49-F238E27FC236}">
                <a16:creationId xmlns:a16="http://schemas.microsoft.com/office/drawing/2014/main" id="{B0B3D1A5-68D6-F93A-4775-31959744C9C3}"/>
              </a:ext>
            </a:extLst>
          </p:cNvPr>
          <p:cNvSpPr txBox="1"/>
          <p:nvPr/>
        </p:nvSpPr>
        <p:spPr>
          <a:xfrm>
            <a:off x="323528" y="1779662"/>
            <a:ext cx="8352928" cy="258197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This project stands out for its comprehensive approach to gym management using the Spring Boot framework, enabling scalability, faster deployment, and streamlined development. By integrating an interactive frontend (CSS, JavaScript, JSP) with a secure backend (Java, MySQL), it ensures a smooth user experience. Features like real-time customizable membership plans and intuitive workout scheduling make it unique. Its adaptability for small and medium-sized gyms, along with its user-centric design and potential for future enhancements, distinguishes it in the fitness technology domain.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65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395536" y="341682"/>
            <a:ext cx="8424936" cy="759938"/>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rmAutofit fontScale="25000" lnSpcReduction="20000"/>
          </a:bodyPr>
          <a:lstStyle/>
          <a:p>
            <a:pPr>
              <a:lnSpc>
                <a:spcPct val="100000"/>
              </a:lnSpc>
            </a:pPr>
            <a:br>
              <a:rPr dirty="0"/>
            </a:br>
            <a:r>
              <a:rPr lang="en-US" sz="11200" b="1" spc="-1" dirty="0">
                <a:solidFill>
                  <a:srgbClr val="C00000"/>
                </a:solidFill>
                <a:latin typeface="Gill Sans MT" panose="020B0502020104020203" pitchFamily="34" charset="0"/>
                <a:cs typeface="Times New Roman" pitchFamily="18" charset="0"/>
              </a:rPr>
              <a:t>Literature Survey</a:t>
            </a:r>
            <a:br>
              <a:rPr lang="en-US" sz="5300" b="1" spc="-1" dirty="0">
                <a:solidFill>
                  <a:srgbClr val="572314"/>
                </a:solidFill>
                <a:latin typeface="Times New Roman" pitchFamily="18" charset="0"/>
                <a:cs typeface="Times New Roman" pitchFamily="18" charset="0"/>
              </a:rPr>
            </a:br>
            <a:endParaRPr lang="en-US" sz="5300" b="1" spc="-1" dirty="0">
              <a:solidFill>
                <a:srgbClr val="572314"/>
              </a:solidFill>
              <a:latin typeface="Times New Roman" pitchFamily="18" charset="0"/>
              <a:cs typeface="Times New Roman" pitchFamily="18" charset="0"/>
            </a:endParaRPr>
          </a:p>
        </p:txBody>
      </p:sp>
      <p:sp>
        <p:nvSpPr>
          <p:cNvPr id="110" name="TextShape 2"/>
          <p:cNvSpPr txBox="1"/>
          <p:nvPr/>
        </p:nvSpPr>
        <p:spPr>
          <a:xfrm>
            <a:off x="333277" y="1275606"/>
            <a:ext cx="8496944" cy="4000050"/>
          </a:xfrm>
          <a:prstGeom prst="rect">
            <a:avLst/>
          </a:prstGeom>
          <a:noFill/>
          <a:ln>
            <a:noFill/>
          </a:ln>
        </p:spPr>
        <p:txBody>
          <a:bodyPr lIns="90000" tIns="45000" rIns="90000" bIns="45000">
            <a:noAutofit/>
          </a:bodyPr>
          <a:lstStyle/>
          <a:p>
            <a:pPr marL="0" lvl="1">
              <a:lnSpc>
                <a:spcPct val="100000"/>
              </a:lnSpc>
              <a:spcBef>
                <a:spcPct val="20000"/>
              </a:spcBef>
              <a:buClr>
                <a:schemeClr val="accent1"/>
              </a:buClr>
              <a:buSzPct val="85000"/>
            </a:pPr>
            <a:r>
              <a:rPr lang="en-US" sz="2000" b="1" u="sng" spc="-1" dirty="0">
                <a:solidFill>
                  <a:schemeClr val="accent2">
                    <a:lumMod val="50000"/>
                  </a:schemeClr>
                </a:solidFill>
                <a:highlight>
                  <a:srgbClr val="00FFFF"/>
                </a:highlight>
                <a:latin typeface="Gill Sans MT"/>
              </a:rPr>
              <a:t>Existing System</a:t>
            </a:r>
          </a:p>
          <a:p>
            <a:pPr marL="0" lvl="1">
              <a:lnSpc>
                <a:spcPct val="100000"/>
              </a:lnSpc>
              <a:spcBef>
                <a:spcPct val="20000"/>
              </a:spcBef>
              <a:buClr>
                <a:schemeClr val="accent1"/>
              </a:buClr>
              <a:buSzPct val="85000"/>
            </a:pPr>
            <a:r>
              <a:rPr lang="en-US" sz="2000" spc="-1" dirty="0">
                <a:latin typeface="Times New Roman" panose="02020603050405020304" pitchFamily="18" charset="0"/>
                <a:cs typeface="Times New Roman" panose="02020603050405020304" pitchFamily="18" charset="0"/>
              </a:rPr>
              <a:t>Gym management is often handled manually using registers or spreadsheets, which are error-prone, time-consuming, and lack real-time updates, making them inefficient for growing operations. Some digital solutions address these issues by offering features like member management, payment tracking, and scheduling. However, these systems are often expensive, require complex setups, and lack flexibility, making them unsuitable for smaller gyms with specific needs. As a result, many small and medium-sized gyms struggle to find cost-effective, user-friendly, and customizable solutions that align with their unique operational requirements.</a:t>
            </a:r>
          </a:p>
          <a:p>
            <a:endParaRPr lang="en-US" sz="2400" b="1" u="sng" spc="-1" dirty="0">
              <a:solidFill>
                <a:schemeClr val="accent2">
                  <a:lumMod val="50000"/>
                </a:schemeClr>
              </a:solidFill>
              <a:latin typeface="Times New Roman" panose="02020603050405020304" pitchFamily="18" charset="0"/>
              <a:cs typeface="Times New Roman" panose="02020603050405020304" pitchFamily="18" charset="0"/>
            </a:endParaRPr>
          </a:p>
          <a:p>
            <a:endParaRPr lang="en-US" sz="2400" b="0" strike="noStrike" spc="-1" dirty="0">
              <a:solidFill>
                <a:srgbClr val="000000"/>
              </a:solidFill>
              <a:latin typeface="Gill Sans MT"/>
            </a:endParaRPr>
          </a:p>
          <a:p>
            <a:pPr marL="402480">
              <a:lnSpc>
                <a:spcPct val="100000"/>
              </a:lnSpc>
              <a:spcBef>
                <a:spcPts val="550"/>
              </a:spcBef>
            </a:pPr>
            <a:endParaRPr lang="en-US" sz="2400" b="0" strike="noStrike" spc="-1" dirty="0">
              <a:solidFill>
                <a:srgbClr val="000000"/>
              </a:solidFill>
              <a:latin typeface="Gill Sans MT"/>
            </a:endParaRPr>
          </a:p>
          <a:p>
            <a:pPr marL="82440">
              <a:lnSpc>
                <a:spcPct val="100000"/>
              </a:lnSpc>
              <a:spcBef>
                <a:spcPts val="601"/>
              </a:spcBef>
            </a:pPr>
            <a:endParaRPr lang="en-US" sz="2400" b="0" strike="noStrike" spc="-1" dirty="0">
              <a:solidFill>
                <a:srgbClr val="000000"/>
              </a:solidFill>
              <a:latin typeface="Gill Sans MT"/>
            </a:endParaRPr>
          </a:p>
        </p:txBody>
      </p:sp>
      <p:sp>
        <p:nvSpPr>
          <p:cNvPr id="111"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28F5C0C-45A4-465E-8315-A9258DDEFD0F}" type="slidenum">
              <a:rPr lang="en-IN" sz="1200" b="0" strike="noStrike" spc="-1">
                <a:solidFill>
                  <a:srgbClr val="B5A989"/>
                </a:solidFill>
                <a:latin typeface="Gill Sans MT"/>
              </a:rPr>
              <a:pPr algn="ctr">
                <a:lnSpc>
                  <a:spcPct val="100000"/>
                </a:lnSpc>
              </a:pPr>
              <a:t>5</a:t>
            </a:fld>
            <a:endParaRPr lang="en-IN" sz="1200" b="0" strike="noStrike" spc="-1">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00050"/>
            <a:ext cx="8496944"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a:bodyPr>
          <a:lstStyle/>
          <a:p>
            <a:r>
              <a:rPr lang="en-US" sz="2800" b="1" spc="-1" dirty="0">
                <a:solidFill>
                  <a:srgbClr val="C00000"/>
                </a:solidFill>
                <a:latin typeface="Gill Sans MT" panose="020B0502020104020203" pitchFamily="34" charset="0"/>
                <a:cs typeface="Times New Roman" pitchFamily="18" charset="0"/>
              </a:rPr>
              <a:t>Literature Survey Contd..</a:t>
            </a:r>
            <a:endParaRPr lang="en-IN" sz="2800" dirty="0">
              <a:solidFill>
                <a:srgbClr val="C00000"/>
              </a:solidFill>
              <a:latin typeface="Gill Sans MT" panose="020B0502020104020203" pitchFamily="34" charset="0"/>
            </a:endParaRPr>
          </a:p>
        </p:txBody>
      </p:sp>
      <p:sp>
        <p:nvSpPr>
          <p:cNvPr id="3" name="Content Placeholder 2"/>
          <p:cNvSpPr>
            <a:spLocks noGrp="1"/>
          </p:cNvSpPr>
          <p:nvPr>
            <p:ph idx="1"/>
          </p:nvPr>
        </p:nvSpPr>
        <p:spPr>
          <a:xfrm>
            <a:off x="251520" y="1200150"/>
            <a:ext cx="8496944" cy="3657600"/>
          </a:xfrm>
          <a:noFill/>
          <a:ln>
            <a:noFill/>
          </a:ln>
        </p:spPr>
        <p:txBody>
          <a:bodyPr>
            <a:normAutofit fontScale="92500" lnSpcReduction="10000"/>
          </a:bodyPr>
          <a:lstStyle/>
          <a:p>
            <a:pPr marL="0" indent="0">
              <a:buClr>
                <a:schemeClr val="accent1"/>
              </a:buClr>
              <a:buNone/>
            </a:pPr>
            <a:r>
              <a:rPr lang="en-US" sz="2400" b="1" u="sng" dirty="0">
                <a:solidFill>
                  <a:schemeClr val="accent2">
                    <a:lumMod val="50000"/>
                  </a:schemeClr>
                </a:solidFill>
                <a:highlight>
                  <a:srgbClr val="00FFFF"/>
                </a:highlight>
                <a:latin typeface="Times New Roman" pitchFamily="18" charset="0"/>
                <a:cs typeface="Times New Roman" pitchFamily="18" charset="0"/>
              </a:rPr>
              <a:t>Problem Identification</a:t>
            </a:r>
          </a:p>
          <a:p>
            <a:pPr marL="0" indent="0">
              <a:buClr>
                <a:schemeClr val="accent1"/>
              </a:buClr>
              <a:buNone/>
            </a:pPr>
            <a:r>
              <a:rPr lang="en-US" sz="2200" b="1" dirty="0">
                <a:latin typeface="Times New Roman" panose="02020603050405020304" pitchFamily="18" charset="0"/>
                <a:cs typeface="Times New Roman" pitchFamily="18" charset="0"/>
              </a:rPr>
              <a:t>Existing systems face several challenges</a:t>
            </a:r>
            <a:r>
              <a:rPr lang="en-US" sz="2200" dirty="0">
                <a:latin typeface="Times New Roman" panose="02020603050405020304" pitchFamily="18" charset="0"/>
                <a:cs typeface="Times New Roman" pitchFamily="18" charset="0"/>
              </a:rPr>
              <a:t>:  Manual Processes:  - Prone to errors in record-keeping and calculations.  - Time-consuming and inefficient for growing gyms.  - Lack of centralized data management. </a:t>
            </a:r>
          </a:p>
          <a:p>
            <a:pPr marL="0" indent="0">
              <a:buClr>
                <a:schemeClr val="accent1"/>
              </a:buClr>
              <a:buNone/>
            </a:pPr>
            <a:r>
              <a:rPr lang="en-US" sz="2200" b="1" dirty="0">
                <a:latin typeface="Times New Roman" panose="02020603050405020304" pitchFamily="18" charset="0"/>
                <a:cs typeface="Times New Roman" pitchFamily="18" charset="0"/>
              </a:rPr>
              <a:t>Limitations of Existing Software</a:t>
            </a:r>
            <a:r>
              <a:rPr lang="en-US" sz="2200" dirty="0">
                <a:latin typeface="Times New Roman" panose="02020603050405020304" pitchFamily="18" charset="0"/>
                <a:cs typeface="Times New Roman" pitchFamily="18" charset="0"/>
              </a:rPr>
              <a:t>:  - High subscription costs, unaffordable for small gyms.  - Limited customization for individual gym needs.  - Complex interfaces requiring extensive staff training.</a:t>
            </a:r>
          </a:p>
          <a:p>
            <a:pPr marL="0" indent="0">
              <a:buClr>
                <a:schemeClr val="accent1"/>
              </a:buClr>
              <a:buNone/>
            </a:pPr>
            <a:r>
              <a:rPr lang="en-US" sz="2200" b="1" dirty="0">
                <a:latin typeface="Times New Roman" panose="02020603050405020304" pitchFamily="18" charset="0"/>
                <a:cs typeface="Times New Roman" pitchFamily="18" charset="0"/>
              </a:rPr>
              <a:t>Scalability Issues:  </a:t>
            </a:r>
            <a:r>
              <a:rPr lang="en-US" sz="2200" dirty="0">
                <a:latin typeface="Times New Roman" panose="02020603050405020304" pitchFamily="18" charset="0"/>
                <a:cs typeface="Times New Roman" pitchFamily="18" charset="0"/>
              </a:rPr>
              <a:t>- Manual systems cannot scale with gym growth.  - Existing software struggles to adapt to evolving requirements.  The "Online Gym Management System using Spring Boot" overcomes these challenges with an affordable, scalable, and user-friendly platform tailored for small to medium-sized gyms</a:t>
            </a:r>
            <a:r>
              <a:rPr lang="en-US" sz="2200" dirty="0">
                <a:solidFill>
                  <a:schemeClr val="accent2">
                    <a:lumMod val="50000"/>
                  </a:schemeClr>
                </a:solidFill>
                <a:latin typeface="Times New Roman" panose="02020603050405020304" pitchFamily="18" charset="0"/>
                <a:cs typeface="Times New Roman" pitchFamily="18" charset="0"/>
              </a:rPr>
              <a:t>.</a:t>
            </a:r>
          </a:p>
        </p:txBody>
      </p:sp>
    </p:spTree>
    <p:extLst>
      <p:ext uri="{BB962C8B-B14F-4D97-AF65-F5344CB8AC3E}">
        <p14:creationId xmlns:p14="http://schemas.microsoft.com/office/powerpoint/2010/main" val="1854422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extShape 1"/>
          <p:cNvSpPr txBox="1"/>
          <p:nvPr/>
        </p:nvSpPr>
        <p:spPr>
          <a:xfrm>
            <a:off x="323528" y="357173"/>
            <a:ext cx="8424936" cy="63040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Autofit/>
          </a:bodyPr>
          <a:lstStyle/>
          <a:p>
            <a:pPr>
              <a:lnSpc>
                <a:spcPct val="100000"/>
              </a:lnSpc>
            </a:pPr>
            <a:r>
              <a:rPr lang="en-US" b="1" spc="-1" dirty="0">
                <a:solidFill>
                  <a:srgbClr val="C00000"/>
                </a:solidFill>
                <a:latin typeface="Gill Sans MT" panose="020B0502020104020203" pitchFamily="34" charset="0"/>
                <a:cs typeface="Times New Roman" pitchFamily="18" charset="0"/>
              </a:rPr>
              <a:t> </a:t>
            </a:r>
            <a:r>
              <a:rPr lang="en-US" sz="2800" b="1" spc="-1" dirty="0">
                <a:solidFill>
                  <a:srgbClr val="C00000"/>
                </a:solidFill>
                <a:latin typeface="Gill Sans MT" panose="020B0502020104020203" pitchFamily="34" charset="0"/>
                <a:cs typeface="Times New Roman" pitchFamily="18" charset="0"/>
              </a:rPr>
              <a:t>ER</a:t>
            </a:r>
            <a:r>
              <a:rPr lang="en-US" b="1" spc="-1" dirty="0">
                <a:solidFill>
                  <a:srgbClr val="C00000"/>
                </a:solidFill>
                <a:latin typeface="Gill Sans MT" panose="020B0502020104020203" pitchFamily="34" charset="0"/>
                <a:cs typeface="Times New Roman" pitchFamily="18" charset="0"/>
              </a:rPr>
              <a:t> </a:t>
            </a:r>
            <a:r>
              <a:rPr lang="en-US" sz="2800" b="1" spc="-1" dirty="0">
                <a:solidFill>
                  <a:srgbClr val="C00000"/>
                </a:solidFill>
                <a:latin typeface="Gill Sans MT" panose="020B0502020104020203" pitchFamily="34" charset="0"/>
                <a:cs typeface="Times New Roman" pitchFamily="18" charset="0"/>
              </a:rPr>
              <a:t>Diagram</a:t>
            </a:r>
            <a:endParaRPr lang="en-US" sz="2800" b="1" strike="noStrike" spc="-1" dirty="0">
              <a:solidFill>
                <a:srgbClr val="000000"/>
              </a:solidFill>
              <a:latin typeface="Gill Sans MT"/>
            </a:endParaRPr>
          </a:p>
        </p:txBody>
      </p:sp>
      <p:sp>
        <p:nvSpPr>
          <p:cNvPr id="114" name="TextShape 2"/>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1AF34ECD-D60D-42C6-893A-73592318C9EA}" type="slidenum">
              <a:rPr lang="en-IN" sz="1200" b="0" strike="noStrike" spc="-1">
                <a:solidFill>
                  <a:srgbClr val="B5A989"/>
                </a:solidFill>
                <a:latin typeface="Gill Sans MT"/>
              </a:rPr>
              <a:pPr algn="ctr">
                <a:lnSpc>
                  <a:spcPct val="100000"/>
                </a:lnSpc>
              </a:pPr>
              <a:t>7</a:t>
            </a:fld>
            <a:endParaRPr lang="en-IN" sz="1200" b="0" strike="noStrike" spc="-1">
              <a:latin typeface="Times New Roman"/>
            </a:endParaRPr>
          </a:p>
        </p:txBody>
      </p:sp>
      <p:sp>
        <p:nvSpPr>
          <p:cNvPr id="3" name="Rectangle 25"/>
          <p:cNvSpPr>
            <a:spLocks noChangeArrowheads="1"/>
          </p:cNvSpPr>
          <p:nvPr/>
        </p:nvSpPr>
        <p:spPr bwMode="auto">
          <a:xfrm>
            <a:off x="0" y="4572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804988"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9" name="Picture 18">
            <a:extLst>
              <a:ext uri="{FF2B5EF4-FFF2-40B4-BE49-F238E27FC236}">
                <a16:creationId xmlns:a16="http://schemas.microsoft.com/office/drawing/2014/main" id="{95A232E2-EFCD-C009-3F4C-52768EF33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087602"/>
            <a:ext cx="7056784" cy="39474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Shape 1"/>
          <p:cNvSpPr txBox="1"/>
          <p:nvPr/>
        </p:nvSpPr>
        <p:spPr>
          <a:xfrm>
            <a:off x="395536" y="450303"/>
            <a:ext cx="8424936" cy="85698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rmAutofit fontScale="47500" lnSpcReduction="20000"/>
          </a:bodyPr>
          <a:lstStyle/>
          <a:p>
            <a:pPr>
              <a:lnSpc>
                <a:spcPct val="100000"/>
              </a:lnSpc>
            </a:pPr>
            <a:br>
              <a:rPr dirty="0"/>
            </a:br>
            <a:r>
              <a:rPr lang="en-US" sz="5900" b="1" spc="-1" dirty="0">
                <a:solidFill>
                  <a:srgbClr val="C00000"/>
                </a:solidFill>
                <a:latin typeface="Gill Sans MT" panose="020B0502020104020203" pitchFamily="34" charset="0"/>
                <a:cs typeface="Times New Roman" pitchFamily="18" charset="0"/>
              </a:rPr>
              <a:t>Tools</a:t>
            </a:r>
            <a:r>
              <a:rPr lang="en-US" sz="5900" b="1" strike="noStrike" spc="-1" dirty="0">
                <a:solidFill>
                  <a:srgbClr val="C00000"/>
                </a:solidFill>
                <a:latin typeface="Gill Sans MT" panose="020B0502020104020203" pitchFamily="34" charset="0"/>
                <a:cs typeface="Times New Roman" pitchFamily="18" charset="0"/>
              </a:rPr>
              <a:t> used</a:t>
            </a:r>
            <a:br>
              <a:rPr sz="4600" b="1" dirty="0">
                <a:latin typeface="Gill Sans MT" panose="020B0502020104020203" pitchFamily="34" charset="0"/>
                <a:cs typeface="Times New Roman" pitchFamily="18" charset="0"/>
              </a:rPr>
            </a:br>
            <a:endParaRPr lang="en-US" sz="4600" b="1" strike="noStrike" spc="-1" dirty="0">
              <a:solidFill>
                <a:srgbClr val="000000"/>
              </a:solidFill>
              <a:latin typeface="Gill Sans MT" panose="020B0502020104020203" pitchFamily="34" charset="0"/>
              <a:cs typeface="Times New Roman" pitchFamily="18" charset="0"/>
            </a:endParaRPr>
          </a:p>
        </p:txBody>
      </p:sp>
      <p:sp>
        <p:nvSpPr>
          <p:cNvPr id="117" name="TextShape 2"/>
          <p:cNvSpPr txBox="1"/>
          <p:nvPr/>
        </p:nvSpPr>
        <p:spPr>
          <a:xfrm>
            <a:off x="1344420" y="1059582"/>
            <a:ext cx="7497720" cy="3600180"/>
          </a:xfrm>
          <a:prstGeom prst="rect">
            <a:avLst/>
          </a:prstGeom>
          <a:noFill/>
          <a:ln>
            <a:noFill/>
          </a:ln>
        </p:spPr>
        <p:txBody>
          <a:bodyPr lIns="90000" tIns="45000" rIns="90000" bIns="45000">
            <a:noAutofit/>
          </a:bodyPr>
          <a:lstStyle/>
          <a:p>
            <a:endParaRPr lang="en-US" sz="3200" b="0" strike="noStrike" spc="-1">
              <a:solidFill>
                <a:srgbClr val="000000"/>
              </a:solidFill>
              <a:latin typeface="Gill Sans MT"/>
            </a:endParaRPr>
          </a:p>
        </p:txBody>
      </p:sp>
      <p:sp>
        <p:nvSpPr>
          <p:cNvPr id="118"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226C8D84-1D86-478B-B5AC-7CB3BDBEEBC8}" type="slidenum">
              <a:rPr lang="en-IN" sz="1200" b="0" strike="noStrike" spc="-1">
                <a:solidFill>
                  <a:srgbClr val="B5A989"/>
                </a:solidFill>
                <a:latin typeface="Gill Sans MT"/>
              </a:rPr>
              <a:pPr algn="ctr">
                <a:lnSpc>
                  <a:spcPct val="100000"/>
                </a:lnSpc>
              </a:pPr>
              <a:t>8</a:t>
            </a:fld>
            <a:endParaRPr lang="en-IN" sz="1200" b="0" strike="noStrike" spc="-1">
              <a:latin typeface="Times New Roman"/>
            </a:endParaRPr>
          </a:p>
        </p:txBody>
      </p:sp>
      <p:sp>
        <p:nvSpPr>
          <p:cNvPr id="5" name="TextShape 2"/>
          <p:cNvSpPr txBox="1"/>
          <p:nvPr/>
        </p:nvSpPr>
        <p:spPr>
          <a:xfrm>
            <a:off x="301859" y="1432463"/>
            <a:ext cx="8889503" cy="3711037"/>
          </a:xfrm>
          <a:prstGeom prst="rect">
            <a:avLst/>
          </a:prstGeom>
          <a:noFill/>
          <a:ln>
            <a:noFill/>
          </a:ln>
        </p:spPr>
        <p:txBody>
          <a:bodyPr lIns="90000" tIns="45000" rIns="90000" bIns="4500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IN" sz="2000" b="1" u="sng" dirty="0">
                <a:effectLst/>
                <a:latin typeface="Times New Roman" panose="02020603050405020304" pitchFamily="18" charset="0"/>
                <a:cs typeface="Times New Roman" panose="02020603050405020304" pitchFamily="18" charset="0"/>
              </a:rPr>
              <a:t>Front-end</a:t>
            </a:r>
            <a:r>
              <a:rPr lang="en-IN" sz="2000" dirty="0">
                <a:effectLst/>
                <a:latin typeface="Times New Roman" panose="02020603050405020304" pitchFamily="18" charset="0"/>
                <a:cs typeface="Times New Roman" panose="02020603050405020304" pitchFamily="18" charset="0"/>
              </a:rPr>
              <a:t> : Java Server Pages , CSS , JavaScript.</a:t>
            </a:r>
          </a:p>
          <a:p>
            <a:pPr rtl="0"/>
            <a:endParaRPr lang="en-IN" sz="2000" dirty="0">
              <a:latin typeface="Times New Roman" panose="02020603050405020304" pitchFamily="18" charset="0"/>
              <a:cs typeface="Times New Roman" panose="02020603050405020304" pitchFamily="18" charset="0"/>
            </a:endParaRPr>
          </a:p>
          <a:p>
            <a:pPr rtl="0"/>
            <a:r>
              <a:rPr lang="en-IN" sz="2000" b="1" u="sng" dirty="0">
                <a:effectLst/>
                <a:latin typeface="Times New Roman" panose="02020603050405020304" pitchFamily="18" charset="0"/>
                <a:cs typeface="Times New Roman" panose="02020603050405020304" pitchFamily="18" charset="0"/>
              </a:rPr>
              <a:t>Back-end</a:t>
            </a:r>
            <a:r>
              <a:rPr lang="en-IN" sz="2000" dirty="0">
                <a:effectLst/>
                <a:latin typeface="Times New Roman" panose="02020603050405020304" pitchFamily="18" charset="0"/>
                <a:cs typeface="Times New Roman" panose="02020603050405020304" pitchFamily="18" charset="0"/>
              </a:rPr>
              <a:t> : Spring boot , Spring data JPA ,Spring MVC, Spring Security.</a:t>
            </a:r>
          </a:p>
          <a:p>
            <a:pPr rtl="0"/>
            <a:endParaRPr lang="en-IN" sz="2000" dirty="0">
              <a:latin typeface="Times New Roman" panose="02020603050405020304" pitchFamily="18" charset="0"/>
              <a:cs typeface="Times New Roman" panose="02020603050405020304" pitchFamily="18" charset="0"/>
            </a:endParaRPr>
          </a:p>
          <a:p>
            <a:pPr rtl="0"/>
            <a:r>
              <a:rPr lang="en-IN" sz="2000" b="1" u="sng" dirty="0">
                <a:effectLst/>
                <a:latin typeface="Times New Roman" panose="02020603050405020304" pitchFamily="18" charset="0"/>
                <a:cs typeface="Times New Roman" panose="02020603050405020304" pitchFamily="18" charset="0"/>
              </a:rPr>
              <a:t>Database</a:t>
            </a:r>
            <a:r>
              <a:rPr lang="en-IN" sz="2000" dirty="0">
                <a:effectLst/>
                <a:latin typeface="Times New Roman" panose="02020603050405020304" pitchFamily="18" charset="0"/>
                <a:cs typeface="Times New Roman" panose="02020603050405020304" pitchFamily="18" charset="0"/>
              </a:rPr>
              <a:t> : MySQL.</a:t>
            </a:r>
          </a:p>
          <a:p>
            <a:pPr rtl="0"/>
            <a:endParaRPr lang="en-IN" sz="2000" dirty="0">
              <a:latin typeface="Times New Roman" panose="02020603050405020304" pitchFamily="18" charset="0"/>
              <a:cs typeface="Times New Roman" panose="02020603050405020304" pitchFamily="18" charset="0"/>
            </a:endParaRPr>
          </a:p>
          <a:p>
            <a:pPr rtl="0"/>
            <a:r>
              <a:rPr lang="en-IN" sz="2000" b="1" u="sng" dirty="0">
                <a:effectLst/>
                <a:latin typeface="Times New Roman" panose="02020603050405020304" pitchFamily="18" charset="0"/>
                <a:cs typeface="Times New Roman" panose="02020603050405020304" pitchFamily="18" charset="0"/>
              </a:rPr>
              <a:t>IDE</a:t>
            </a:r>
            <a:r>
              <a:rPr lang="en-IN" sz="2000" dirty="0">
                <a:effectLst/>
                <a:latin typeface="Times New Roman" panose="02020603050405020304" pitchFamily="18" charset="0"/>
                <a:cs typeface="Times New Roman" panose="02020603050405020304" pitchFamily="18" charset="0"/>
              </a:rPr>
              <a:t> : Eclipse ide for enterprise java and web developers.</a:t>
            </a:r>
          </a:p>
          <a:p>
            <a:pPr rtl="0"/>
            <a:endParaRPr lang="en-IN" sz="2000" dirty="0">
              <a:latin typeface="Times New Roman" panose="02020603050405020304" pitchFamily="18" charset="0"/>
              <a:cs typeface="Times New Roman" panose="02020603050405020304" pitchFamily="18" charset="0"/>
            </a:endParaRPr>
          </a:p>
          <a:p>
            <a:pPr rtl="0"/>
            <a:r>
              <a:rPr lang="en-IN" sz="2000" b="1" u="sng" dirty="0">
                <a:effectLst/>
                <a:latin typeface="Times New Roman" panose="02020603050405020304" pitchFamily="18" charset="0"/>
                <a:cs typeface="Times New Roman" panose="02020603050405020304" pitchFamily="18" charset="0"/>
              </a:rPr>
              <a:t>Web Server</a:t>
            </a:r>
            <a:r>
              <a:rPr lang="en-IN" sz="2000" u="sng" dirty="0">
                <a:effectLst/>
                <a:latin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cs typeface="Times New Roman" panose="02020603050405020304" pitchFamily="18" charset="0"/>
              </a:rPr>
              <a:t>: Tomcat</a:t>
            </a:r>
            <a:endParaRPr lang="en-IN" sz="2000" dirty="0">
              <a:latin typeface="Times New Roman" panose="02020603050405020304" pitchFamily="18" charset="0"/>
              <a:cs typeface="Times New Roman" panose="02020603050405020304" pitchFamily="18" charset="0"/>
            </a:endParaRPr>
          </a:p>
          <a:p>
            <a:pPr rtl="0"/>
            <a:br>
              <a:rPr lang="en-IN" sz="3200" dirty="0"/>
            </a:br>
            <a:endParaRPr lang="en-IN" sz="3200" dirty="0"/>
          </a:p>
          <a:p>
            <a:pPr>
              <a:lnSpc>
                <a:spcPct val="115000"/>
              </a:lnSpc>
              <a:spcAft>
                <a:spcPts val="1000"/>
              </a:spcAft>
              <a:tabLst>
                <a:tab pos="3078480" algn="l"/>
              </a:tabLst>
            </a:pPr>
            <a:endParaRPr lang="en-US" sz="3200" b="0" strike="noStrike" spc="-1" dirty="0">
              <a:solidFill>
                <a:srgbClr val="000000"/>
              </a:solidFill>
              <a:latin typeface="Gill Sans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Shape 1">
            <a:extLst>
              <a:ext uri="{FF2B5EF4-FFF2-40B4-BE49-F238E27FC236}">
                <a16:creationId xmlns:a16="http://schemas.microsoft.com/office/drawing/2014/main" id="{7E14A50B-D58B-6586-972F-1518D33A1530}"/>
              </a:ext>
            </a:extLst>
          </p:cNvPr>
          <p:cNvSpPr txBox="1"/>
          <p:nvPr/>
        </p:nvSpPr>
        <p:spPr>
          <a:xfrm>
            <a:off x="395536" y="450303"/>
            <a:ext cx="8424936" cy="85698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rmAutofit fontScale="47500" lnSpcReduction="20000"/>
          </a:bodyPr>
          <a:lstStyle/>
          <a:p>
            <a:pPr>
              <a:lnSpc>
                <a:spcPct val="100000"/>
              </a:lnSpc>
            </a:pPr>
            <a:br>
              <a:rPr lang="en-IN" dirty="0"/>
            </a:br>
            <a:r>
              <a:rPr lang="en-US" sz="5900" b="1" spc="-1" dirty="0">
                <a:solidFill>
                  <a:srgbClr val="C00000"/>
                </a:solidFill>
                <a:latin typeface="Gill Sans MT" panose="020B0502020104020203" pitchFamily="34" charset="0"/>
                <a:cs typeface="Times New Roman" pitchFamily="18" charset="0"/>
              </a:rPr>
              <a:t>Methods</a:t>
            </a:r>
            <a:r>
              <a:rPr lang="en-US" sz="5900" b="1" strike="noStrike" spc="-1" dirty="0">
                <a:solidFill>
                  <a:srgbClr val="C00000"/>
                </a:solidFill>
                <a:latin typeface="Gill Sans MT" panose="020B0502020104020203" pitchFamily="34" charset="0"/>
                <a:cs typeface="Times New Roman" pitchFamily="18" charset="0"/>
              </a:rPr>
              <a:t> used</a:t>
            </a:r>
            <a:br>
              <a:rPr sz="4600" b="1" dirty="0">
                <a:latin typeface="Gill Sans MT" panose="020B0502020104020203" pitchFamily="34" charset="0"/>
                <a:cs typeface="Times New Roman" pitchFamily="18" charset="0"/>
              </a:rPr>
            </a:br>
            <a:endParaRPr lang="en-US" sz="4600" b="1" strike="noStrike" spc="-1" dirty="0">
              <a:solidFill>
                <a:srgbClr val="000000"/>
              </a:solidFill>
              <a:latin typeface="Gill Sans MT" panose="020B0502020104020203" pitchFamily="34" charset="0"/>
              <a:cs typeface="Times New Roman" pitchFamily="18" charset="0"/>
            </a:endParaRPr>
          </a:p>
        </p:txBody>
      </p:sp>
      <p:sp>
        <p:nvSpPr>
          <p:cNvPr id="4" name="TextBox 3">
            <a:extLst>
              <a:ext uri="{FF2B5EF4-FFF2-40B4-BE49-F238E27FC236}">
                <a16:creationId xmlns:a16="http://schemas.microsoft.com/office/drawing/2014/main" id="{48343F75-B1C7-7ECA-DAE1-9E895653A4E7}"/>
              </a:ext>
            </a:extLst>
          </p:cNvPr>
          <p:cNvSpPr txBox="1"/>
          <p:nvPr/>
        </p:nvSpPr>
        <p:spPr>
          <a:xfrm>
            <a:off x="395536" y="1707654"/>
            <a:ext cx="8424936" cy="283154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This explains the methodologies or approaches followed to develop the project. It outlines the processes and techniques used to achieve the project goals.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What to include:</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development approach:</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Agile or iterative development methodology.</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Steps like requirement analysis, system design, coding, testing, and deployment.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Technologies and frameworks employed (e.g., Java Full Stack, Spring Boot).</a:t>
            </a:r>
          </a:p>
          <a:p>
            <a:endParaRPr lang="en-IN" dirty="0"/>
          </a:p>
        </p:txBody>
      </p:sp>
    </p:spTree>
    <p:extLst>
      <p:ext uri="{BB962C8B-B14F-4D97-AF65-F5344CB8AC3E}">
        <p14:creationId xmlns:p14="http://schemas.microsoft.com/office/powerpoint/2010/main" val="3545471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8229600"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b="1" spc="-1" dirty="0">
                <a:solidFill>
                  <a:srgbClr val="C00000"/>
                </a:solidFill>
                <a:latin typeface="Gill Sans MT"/>
              </a:rPr>
            </a:br>
            <a:r>
              <a:rPr lang="en-US" sz="3100" b="1" spc="-1" dirty="0">
                <a:solidFill>
                  <a:srgbClr val="C00000"/>
                </a:solidFill>
                <a:latin typeface="Gill Sans MT"/>
              </a:rPr>
              <a:t>Experimentation and Results</a:t>
            </a:r>
            <a:br>
              <a:rPr lang="en-US" spc="-1" dirty="0">
                <a:solidFill>
                  <a:srgbClr val="000000"/>
                </a:solidFill>
                <a:latin typeface="Gill Sans MT"/>
              </a:rPr>
            </a:br>
            <a:endParaRPr lang="en-IN" dirty="0"/>
          </a:p>
        </p:txBody>
      </p:sp>
      <p:sp>
        <p:nvSpPr>
          <p:cNvPr id="3" name="Content Placeholder 2"/>
          <p:cNvSpPr>
            <a:spLocks noGrp="1"/>
          </p:cNvSpPr>
          <p:nvPr>
            <p:ph idx="1"/>
          </p:nvPr>
        </p:nvSpPr>
        <p:spPr>
          <a:xfrm>
            <a:off x="457200" y="1200150"/>
            <a:ext cx="8229600" cy="3657600"/>
          </a:xfrm>
        </p:spPr>
        <p:txBody>
          <a:bodyPr>
            <a:normAutofit fontScale="32500" lnSpcReduction="20000"/>
          </a:bodyPr>
          <a:lstStyle/>
          <a:p>
            <a:pPr marL="0" lvl="1" indent="0">
              <a:buNone/>
            </a:pPr>
            <a:r>
              <a:rPr lang="en-IN" sz="6000" b="1" u="sng" spc="-1" dirty="0">
                <a:solidFill>
                  <a:schemeClr val="accent2">
                    <a:lumMod val="50000"/>
                  </a:schemeClr>
                </a:solidFill>
                <a:highlight>
                  <a:srgbClr val="00FFFF"/>
                </a:highlight>
                <a:latin typeface="Gill Sans MT"/>
              </a:rPr>
              <a:t>System Specifications</a:t>
            </a:r>
          </a:p>
          <a:p>
            <a:pPr marL="0" lvl="1" indent="0">
              <a:buNone/>
            </a:pPr>
            <a:endParaRPr lang="en-IN" sz="2900" b="1" u="sng" spc="-1" dirty="0">
              <a:solidFill>
                <a:schemeClr val="accent2">
                  <a:lumMod val="50000"/>
                </a:schemeClr>
              </a:solidFill>
              <a:highlight>
                <a:srgbClr val="00FFFF"/>
              </a:highlight>
              <a:latin typeface="Gill Sans MT"/>
            </a:endParaRPr>
          </a:p>
          <a:p>
            <a:r>
              <a:rPr lang="en-IN" sz="5500" dirty="0">
                <a:latin typeface="Times New Roman" panose="02020603050405020304" pitchFamily="18" charset="0"/>
                <a:cs typeface="Times New Roman" panose="02020603050405020304" pitchFamily="18" charset="0"/>
              </a:rPr>
              <a:t>The </a:t>
            </a:r>
            <a:r>
              <a:rPr lang="en-IN" sz="5500" i="1" dirty="0">
                <a:latin typeface="Times New Roman" panose="02020603050405020304" pitchFamily="18" charset="0"/>
                <a:cs typeface="Times New Roman" panose="02020603050405020304" pitchFamily="18" charset="0"/>
              </a:rPr>
              <a:t>Online Gym Management System</a:t>
            </a:r>
            <a:r>
              <a:rPr lang="en-IN" sz="5500" dirty="0">
                <a:latin typeface="Times New Roman" panose="02020603050405020304" pitchFamily="18" charset="0"/>
                <a:cs typeface="Times New Roman" panose="02020603050405020304" pitchFamily="18" charset="0"/>
              </a:rPr>
              <a:t> has been developed to meet the following specifications:</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System Type</a:t>
            </a:r>
            <a:r>
              <a:rPr lang="en-IN" sz="5500" dirty="0">
                <a:latin typeface="Times New Roman" panose="02020603050405020304" pitchFamily="18" charset="0"/>
                <a:cs typeface="Times New Roman" panose="02020603050405020304" pitchFamily="18" charset="0"/>
              </a:rPr>
              <a:t>: Web-based application.</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Frontend Technologies</a:t>
            </a:r>
            <a:r>
              <a:rPr lang="en-IN" sz="5500" dirty="0">
                <a:latin typeface="Times New Roman" panose="02020603050405020304" pitchFamily="18" charset="0"/>
                <a:cs typeface="Times New Roman" panose="02020603050405020304" pitchFamily="18" charset="0"/>
              </a:rPr>
              <a:t>: JSP, CSS, JavaScript for a responsive and user-friendly interface.</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Backend Technologies</a:t>
            </a:r>
            <a:r>
              <a:rPr lang="en-IN" sz="55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Framework</a:t>
            </a:r>
            <a:r>
              <a:rPr lang="en-IN" sz="5500" dirty="0">
                <a:latin typeface="Times New Roman" panose="02020603050405020304" pitchFamily="18" charset="0"/>
                <a:cs typeface="Times New Roman" panose="02020603050405020304" pitchFamily="18" charset="0"/>
              </a:rPr>
              <a:t>: Spring Boot for efficient business logic implementation.</a:t>
            </a:r>
          </a:p>
          <a:p>
            <a:pPr marL="742950" lvl="1" indent="-285750">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Programming Language</a:t>
            </a:r>
            <a:r>
              <a:rPr lang="en-IN" sz="5500" dirty="0">
                <a:latin typeface="Times New Roman" panose="02020603050405020304" pitchFamily="18" charset="0"/>
                <a:cs typeface="Times New Roman" panose="02020603050405020304" pitchFamily="18" charset="0"/>
              </a:rPr>
              <a:t>: Java for backend development.</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Database</a:t>
            </a:r>
            <a:r>
              <a:rPr lang="en-IN" sz="5500" dirty="0">
                <a:latin typeface="Times New Roman" panose="02020603050405020304" pitchFamily="18" charset="0"/>
                <a:cs typeface="Times New Roman" panose="02020603050405020304" pitchFamily="18" charset="0"/>
              </a:rPr>
              <a:t>: MySQL for secure and structured data storage.</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Build Tool</a:t>
            </a:r>
            <a:r>
              <a:rPr lang="en-IN" sz="5500" dirty="0">
                <a:latin typeface="Times New Roman" panose="02020603050405020304" pitchFamily="18" charset="0"/>
                <a:cs typeface="Times New Roman" panose="02020603050405020304" pitchFamily="18" charset="0"/>
              </a:rPr>
              <a:t>: Maven for dependency management and project builds.</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Development Environment</a:t>
            </a:r>
            <a:r>
              <a:rPr lang="en-IN" sz="5500" dirty="0">
                <a:latin typeface="Times New Roman" panose="02020603050405020304" pitchFamily="18" charset="0"/>
                <a:cs typeface="Times New Roman" panose="02020603050405020304" pitchFamily="18" charset="0"/>
              </a:rPr>
              <a:t>: Eclipse IDE for writing, debugging, and testing code.</a:t>
            </a:r>
          </a:p>
          <a:p>
            <a:pPr>
              <a:buFont typeface="Arial" panose="020B0604020202020204" pitchFamily="34" charset="0"/>
              <a:buChar char="•"/>
            </a:pPr>
            <a:r>
              <a:rPr lang="en-IN" sz="5500" b="1" dirty="0">
                <a:latin typeface="Times New Roman" panose="02020603050405020304" pitchFamily="18" charset="0"/>
                <a:cs typeface="Times New Roman" panose="02020603050405020304" pitchFamily="18" charset="0"/>
              </a:rPr>
              <a:t>Server</a:t>
            </a:r>
            <a:r>
              <a:rPr lang="en-IN" sz="5500" dirty="0">
                <a:latin typeface="Times New Roman" panose="02020603050405020304" pitchFamily="18" charset="0"/>
                <a:cs typeface="Times New Roman" panose="02020603050405020304" pitchFamily="18" charset="0"/>
              </a:rPr>
              <a:t>: Apache Tomcat for hosting and running the application.</a:t>
            </a:r>
          </a:p>
          <a:p>
            <a:pPr marL="0" lvl="1" indent="0">
              <a:buNone/>
            </a:pPr>
            <a:endParaRPr lang="en-US" sz="5500" b="1" u="sng" spc="-1" dirty="0">
              <a:solidFill>
                <a:schemeClr val="accent2">
                  <a:lumMod val="50000"/>
                </a:schemeClr>
              </a:solidFill>
              <a:highlight>
                <a:srgbClr val="00FFFF"/>
              </a:highlight>
              <a:latin typeface="Gill Sans MT"/>
            </a:endParaRPr>
          </a:p>
          <a:p>
            <a:pPr marL="0" indent="0">
              <a:buNone/>
            </a:pPr>
            <a:endParaRPr lang="en-IN" sz="2400" dirty="0"/>
          </a:p>
        </p:txBody>
      </p:sp>
    </p:spTree>
    <p:extLst>
      <p:ext uri="{BB962C8B-B14F-4D97-AF65-F5344CB8AC3E}">
        <p14:creationId xmlns:p14="http://schemas.microsoft.com/office/powerpoint/2010/main" val="1769103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57200"/>
            <a:ext cx="8280920"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pPr>
              <a:buClr>
                <a:schemeClr val="accent1"/>
              </a:buClr>
            </a:pPr>
            <a:br>
              <a:rPr lang="en-US" spc="-1" dirty="0">
                <a:solidFill>
                  <a:srgbClr val="000000"/>
                </a:solidFill>
                <a:latin typeface="Gill Sans MT"/>
              </a:rPr>
            </a:br>
            <a:r>
              <a:rPr lang="en-US" sz="3100" b="1" spc="-1" dirty="0">
                <a:solidFill>
                  <a:srgbClr val="C00000"/>
                </a:solidFill>
                <a:latin typeface="Gill Sans MT"/>
              </a:rPr>
              <a:t>Experimentation and Results Contd..</a:t>
            </a:r>
            <a:br>
              <a:rPr lang="en-US" b="1" spc="-1" dirty="0">
                <a:solidFill>
                  <a:srgbClr val="C00000"/>
                </a:solidFill>
                <a:latin typeface="Gill Sans MT"/>
              </a:rPr>
            </a:br>
            <a:endParaRPr lang="en-IN" b="1" dirty="0">
              <a:solidFill>
                <a:srgbClr val="C00000"/>
              </a:solidFill>
            </a:endParaRPr>
          </a:p>
        </p:txBody>
      </p:sp>
      <p:sp>
        <p:nvSpPr>
          <p:cNvPr id="3" name="Content Placeholder 2"/>
          <p:cNvSpPr>
            <a:spLocks noGrp="1"/>
          </p:cNvSpPr>
          <p:nvPr>
            <p:ph idx="1"/>
          </p:nvPr>
        </p:nvSpPr>
        <p:spPr>
          <a:xfrm>
            <a:off x="467544" y="1200150"/>
            <a:ext cx="8280920" cy="3657600"/>
          </a:xfrm>
        </p:spPr>
        <p:txBody>
          <a:bodyPr>
            <a:normAutofit lnSpcReduction="10000"/>
          </a:bodyPr>
          <a:lstStyle/>
          <a:p>
            <a:pPr marL="0" indent="0">
              <a:buNone/>
            </a:pPr>
            <a:r>
              <a:rPr lang="en-US" sz="1800" dirty="0">
                <a:latin typeface="Times New Roman" panose="02020603050405020304" pitchFamily="18" charset="0"/>
                <a:cs typeface="Times New Roman" panose="02020603050405020304" pitchFamily="18" charset="0"/>
              </a:rPr>
              <a:t>The system has been developed, tested, and validated to achieve the following outcomes:</a:t>
            </a:r>
          </a:p>
          <a:p>
            <a:pPr marL="0" indent="0">
              <a:buNone/>
            </a:pPr>
            <a:r>
              <a:rPr lang="en-US" sz="2400" b="1" dirty="0">
                <a:solidFill>
                  <a:srgbClr val="C00000"/>
                </a:solidFill>
                <a:latin typeface="Times New Roman" panose="02020603050405020304" pitchFamily="18" charset="0"/>
                <a:cs typeface="Times New Roman" panose="02020603050405020304" pitchFamily="18" charset="0"/>
              </a:rPr>
              <a:t>User Management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Registration and Login</a:t>
            </a:r>
            <a:r>
              <a:rPr lang="en-US" sz="1800" dirty="0">
                <a:latin typeface="Times New Roman" panose="02020603050405020304" pitchFamily="18" charset="0"/>
                <a:cs typeface="Times New Roman" panose="02020603050405020304" pitchFamily="18" charset="0"/>
              </a:rPr>
              <a:t>: Members and gym staff can successfully register and log in to the system.</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Role-based Access Control</a:t>
            </a:r>
            <a:r>
              <a:rPr lang="en-US" sz="1800" dirty="0">
                <a:latin typeface="Times New Roman" panose="02020603050405020304" pitchFamily="18" charset="0"/>
                <a:cs typeface="Times New Roman" panose="02020603050405020304" pitchFamily="18" charset="0"/>
              </a:rPr>
              <a:t>: Implemented to manage staff and member access, ensuring secure data handling.</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User Dashboard</a:t>
            </a:r>
            <a:r>
              <a:rPr lang="en-US" sz="1800" dirty="0">
                <a:latin typeface="Times New Roman" panose="02020603050405020304" pitchFamily="18" charset="0"/>
                <a:cs typeface="Times New Roman" panose="02020603050405020304" pitchFamily="18" charset="0"/>
              </a:rPr>
              <a:t>: Features an intuitive and responsive UI for seamless user interaction.</a:t>
            </a:r>
          </a:p>
          <a:p>
            <a:pPr marL="0" indent="0">
              <a:buNone/>
            </a:pPr>
            <a:r>
              <a:rPr lang="en-US" sz="2400" b="1" dirty="0">
                <a:solidFill>
                  <a:srgbClr val="C00000"/>
                </a:solidFill>
                <a:latin typeface="Times New Roman" panose="02020603050405020304" pitchFamily="18" charset="0"/>
                <a:cs typeface="Times New Roman" panose="02020603050405020304" pitchFamily="18" charset="0"/>
              </a:rPr>
              <a:t>Membership Plan Handling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Gym staff can create, manage, and assign membership plans to members.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Members can view available plans, make selections, and make payments online.</a:t>
            </a:r>
          </a:p>
          <a:p>
            <a:pPr marL="0" indent="0">
              <a:buNone/>
            </a:pPr>
            <a:endParaRPr lang="en-US" sz="1800" dirty="0">
              <a:latin typeface="Times New Roman" panose="02020603050405020304" pitchFamily="18" charset="0"/>
              <a:cs typeface="Times New Roman" panose="02020603050405020304" pitchFamily="18" charset="0"/>
            </a:endParaRPr>
          </a:p>
          <a:p>
            <a:pPr marL="0" lvl="1" indent="0">
              <a:buNone/>
            </a:pPr>
            <a:endParaRPr lang="en-US" sz="2000" b="1" u="sng" spc="-1" dirty="0">
              <a:solidFill>
                <a:srgbClr val="000000"/>
              </a:solidFill>
              <a:highlight>
                <a:srgbClr val="00FFFF"/>
              </a:highlight>
              <a:latin typeface="Gill Sans MT"/>
            </a:endParaRPr>
          </a:p>
        </p:txBody>
      </p:sp>
    </p:spTree>
    <p:extLst>
      <p:ext uri="{BB962C8B-B14F-4D97-AF65-F5344CB8AC3E}">
        <p14:creationId xmlns:p14="http://schemas.microsoft.com/office/powerpoint/2010/main" val="302492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7EFBFF-0DF7-FDB1-C5A1-A318189EAA3C}"/>
              </a:ext>
            </a:extLst>
          </p:cNvPr>
          <p:cNvSpPr>
            <a:spLocks noGrp="1"/>
          </p:cNvSpPr>
          <p:nvPr>
            <p:ph idx="1"/>
          </p:nvPr>
        </p:nvSpPr>
        <p:spPr>
          <a:xfrm>
            <a:off x="457200" y="1347614"/>
            <a:ext cx="8229600" cy="3657600"/>
          </a:xfrm>
        </p:spPr>
        <p:txBody>
          <a:bodyPr>
            <a:normAutofit fontScale="47500" lnSpcReduction="20000"/>
          </a:bodyPr>
          <a:lstStyle/>
          <a:p>
            <a:pPr marL="0" indent="0">
              <a:buNone/>
            </a:pPr>
            <a:r>
              <a:rPr lang="en-US" sz="3800" b="1" dirty="0">
                <a:solidFill>
                  <a:srgbClr val="C00000"/>
                </a:solidFill>
                <a:latin typeface="Times New Roman" panose="02020603050405020304" pitchFamily="18" charset="0"/>
                <a:cs typeface="Times New Roman" panose="02020603050405020304" pitchFamily="18" charset="0"/>
              </a:rPr>
              <a:t>Payment Tracking</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tracks payments in real-time, ensuring accurate financial records.</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Secure data storage in the MySQL database provides reliable access to payment information.</a:t>
            </a:r>
          </a:p>
          <a:p>
            <a:pPr marL="0" indent="0">
              <a:buNone/>
            </a:pPr>
            <a:r>
              <a:rPr lang="en-US" sz="3800" b="1" dirty="0">
                <a:solidFill>
                  <a:srgbClr val="C00000"/>
                </a:solidFill>
                <a:latin typeface="Times New Roman" panose="02020603050405020304" pitchFamily="18" charset="0"/>
                <a:cs typeface="Times New Roman" panose="02020603050405020304" pitchFamily="18" charset="0"/>
              </a:rPr>
              <a:t>Workout Scheduling</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Gym staff can assign workout schedules to members, which are visible on their dashboard.</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Members can view their personalized workout schedules and interact with trainers through the system.</a:t>
            </a:r>
          </a:p>
          <a:p>
            <a:pPr marL="0" indent="0">
              <a:buNone/>
            </a:pPr>
            <a:r>
              <a:rPr lang="en-US" sz="3800" b="1" dirty="0">
                <a:solidFill>
                  <a:srgbClr val="C00000"/>
                </a:solidFill>
                <a:latin typeface="Times New Roman" panose="02020603050405020304" pitchFamily="18" charset="0"/>
                <a:cs typeface="Times New Roman" panose="02020603050405020304" pitchFamily="18" charset="0"/>
              </a:rPr>
              <a:t>System Performance</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has been tested for performance, handling multiple concurrent users efficiently.</a:t>
            </a:r>
          </a:p>
          <a:p>
            <a:pPr>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Backend logic and data processing are optimized for minimal delays and optimal user experience.</a:t>
            </a:r>
          </a:p>
          <a:p>
            <a:pPr marL="0" indent="0">
              <a:buNone/>
            </a:pPr>
            <a:endParaRPr lang="en-IN" dirty="0"/>
          </a:p>
        </p:txBody>
      </p:sp>
      <p:sp>
        <p:nvSpPr>
          <p:cNvPr id="5" name="Title 1">
            <a:extLst>
              <a:ext uri="{FF2B5EF4-FFF2-40B4-BE49-F238E27FC236}">
                <a16:creationId xmlns:a16="http://schemas.microsoft.com/office/drawing/2014/main" id="{CC4A38BF-7EE4-9548-3374-2F68BFB5DFD9}"/>
              </a:ext>
            </a:extLst>
          </p:cNvPr>
          <p:cNvSpPr>
            <a:spLocks noGrp="1"/>
          </p:cNvSpPr>
          <p:nvPr>
            <p:ph type="title"/>
          </p:nvPr>
        </p:nvSpPr>
        <p:spPr>
          <a:xfrm>
            <a:off x="473289" y="411510"/>
            <a:ext cx="8280920"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pPr>
              <a:buClr>
                <a:schemeClr val="accent1"/>
              </a:buClr>
            </a:pPr>
            <a:br>
              <a:rPr lang="en-US" spc="-1" dirty="0">
                <a:solidFill>
                  <a:srgbClr val="000000"/>
                </a:solidFill>
                <a:latin typeface="Gill Sans MT"/>
              </a:rPr>
            </a:br>
            <a:r>
              <a:rPr lang="en-US" sz="3100" b="1" spc="-1" dirty="0">
                <a:solidFill>
                  <a:srgbClr val="C00000"/>
                </a:solidFill>
                <a:latin typeface="Gill Sans MT"/>
              </a:rPr>
              <a:t>Experimentation and Results Contd..</a:t>
            </a:r>
            <a:br>
              <a:rPr lang="en-US" b="1" spc="-1" dirty="0">
                <a:solidFill>
                  <a:srgbClr val="C00000"/>
                </a:solidFill>
                <a:latin typeface="Gill Sans MT"/>
              </a:rPr>
            </a:br>
            <a:endParaRPr lang="en-IN" b="1" dirty="0">
              <a:solidFill>
                <a:srgbClr val="C00000"/>
              </a:solidFill>
            </a:endParaRPr>
          </a:p>
        </p:txBody>
      </p:sp>
    </p:spTree>
    <p:extLst>
      <p:ext uri="{BB962C8B-B14F-4D97-AF65-F5344CB8AC3E}">
        <p14:creationId xmlns:p14="http://schemas.microsoft.com/office/powerpoint/2010/main" val="2239812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184" y="400050"/>
            <a:ext cx="8373616"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spc="-1" dirty="0">
                <a:solidFill>
                  <a:srgbClr val="000000"/>
                </a:solidFill>
                <a:latin typeface="Gill Sans MT"/>
              </a:rPr>
            </a:br>
            <a:r>
              <a:rPr lang="en-US" sz="3100" b="1" spc="-1" dirty="0">
                <a:solidFill>
                  <a:srgbClr val="C00000"/>
                </a:solidFill>
                <a:latin typeface="Gill Sans MT"/>
              </a:rPr>
              <a:t>Experimentation and Results Contd..</a:t>
            </a:r>
            <a:br>
              <a:rPr lang="en-US" spc="-1" dirty="0">
                <a:solidFill>
                  <a:srgbClr val="000000"/>
                </a:solidFill>
                <a:latin typeface="Gill Sans MT"/>
              </a:rPr>
            </a:br>
            <a:endParaRPr lang="en-IN" dirty="0"/>
          </a:p>
        </p:txBody>
      </p:sp>
      <p:sp>
        <p:nvSpPr>
          <p:cNvPr id="3" name="Content Placeholder 2"/>
          <p:cNvSpPr>
            <a:spLocks noGrp="1"/>
          </p:cNvSpPr>
          <p:nvPr>
            <p:ph idx="1"/>
          </p:nvPr>
        </p:nvSpPr>
        <p:spPr>
          <a:xfrm>
            <a:off x="313184" y="1275606"/>
            <a:ext cx="8373616" cy="3867894"/>
          </a:xfrm>
        </p:spPr>
        <p:txBody>
          <a:bodyPr>
            <a:noAutofit/>
          </a:bodyPr>
          <a:lstStyle/>
          <a:p>
            <a:pPr marL="0" lvl="1" indent="0">
              <a:buNone/>
            </a:pPr>
            <a:r>
              <a:rPr lang="en-IN" sz="1600" b="1" u="sng" spc="-1" dirty="0" err="1">
                <a:solidFill>
                  <a:schemeClr val="accent2">
                    <a:lumMod val="50000"/>
                  </a:schemeClr>
                </a:solidFill>
                <a:highlight>
                  <a:srgbClr val="00FFFF"/>
                </a:highlight>
                <a:latin typeface="Gill Sans MT" panose="020B0502020104020203" pitchFamily="34" charset="0"/>
                <a:cs typeface="Times New Roman" pitchFamily="18" charset="0"/>
              </a:rPr>
              <a:t>SpringBoot</a:t>
            </a:r>
            <a:r>
              <a:rPr lang="en-IN" sz="1600" b="1" u="sng" spc="-1" dirty="0">
                <a:solidFill>
                  <a:schemeClr val="accent2">
                    <a:lumMod val="50000"/>
                  </a:schemeClr>
                </a:solidFill>
                <a:highlight>
                  <a:srgbClr val="00FFFF"/>
                </a:highlight>
                <a:latin typeface="Gill Sans MT" panose="020B0502020104020203" pitchFamily="34" charset="0"/>
                <a:cs typeface="Times New Roman" pitchFamily="18" charset="0"/>
              </a:rPr>
              <a:t> Features used </a:t>
            </a:r>
          </a:p>
          <a:p>
            <a:pPr marL="0" lvl="1" indent="0">
              <a:buNone/>
            </a:pPr>
            <a:r>
              <a:rPr lang="en-US" sz="1600" spc="-1" dirty="0">
                <a:latin typeface="Times New Roman" panose="02020603050405020304" pitchFamily="18" charset="0"/>
                <a:cs typeface="Times New Roman" panose="02020603050405020304" pitchFamily="18" charset="0"/>
              </a:rPr>
              <a:t>1. </a:t>
            </a:r>
            <a:r>
              <a:rPr lang="en-US" sz="1600" b="1" spc="-1" dirty="0">
                <a:latin typeface="Times New Roman" panose="02020603050405020304" pitchFamily="18" charset="0"/>
                <a:cs typeface="Times New Roman" panose="02020603050405020304" pitchFamily="18" charset="0"/>
              </a:rPr>
              <a:t>Spring Boot Starter Dependencies   </a:t>
            </a:r>
            <a:r>
              <a:rPr lang="en-US" sz="1600" spc="-1" dirty="0">
                <a:latin typeface="Times New Roman" panose="02020603050405020304" pitchFamily="18" charset="0"/>
                <a:cs typeface="Times New Roman" panose="02020603050405020304" pitchFamily="18" charset="0"/>
              </a:rPr>
              <a:t>- Spring Boot Starter Web: Used for building web applications with embedded servers like Tomcat, eliminating the need for explicit server setup.   - Spring Boot Starter Data JPA: Used for working with relational databases like MySQL in a simple and efficient way. </a:t>
            </a:r>
          </a:p>
          <a:p>
            <a:pPr marL="0" lvl="1" indent="0">
              <a:buNone/>
            </a:pPr>
            <a:r>
              <a:rPr lang="en-US" sz="1600" spc="-1" dirty="0">
                <a:latin typeface="Times New Roman" panose="02020603050405020304" pitchFamily="18" charset="0"/>
                <a:cs typeface="Times New Roman" panose="02020603050405020304" pitchFamily="18" charset="0"/>
              </a:rPr>
              <a:t>2.</a:t>
            </a:r>
            <a:r>
              <a:rPr lang="en-US" sz="1600" b="1" spc="-1" dirty="0">
                <a:latin typeface="Times New Roman" panose="02020603050405020304" pitchFamily="18" charset="0"/>
                <a:cs typeface="Times New Roman" panose="02020603050405020304" pitchFamily="18" charset="0"/>
              </a:rPr>
              <a:t> Embedded Server   </a:t>
            </a:r>
            <a:r>
              <a:rPr lang="en-US" sz="1600" spc="-1" dirty="0">
                <a:latin typeface="Times New Roman" panose="02020603050405020304" pitchFamily="18" charset="0"/>
                <a:cs typeface="Times New Roman" panose="02020603050405020304" pitchFamily="18" charset="0"/>
              </a:rPr>
              <a:t>- The project utilizes Apache Tomcat as an embedded server, making it easier to run the application without deploying it externally</a:t>
            </a:r>
          </a:p>
          <a:p>
            <a:pPr marL="0" lvl="1" indent="0">
              <a:buNone/>
            </a:pPr>
            <a:r>
              <a:rPr lang="en-US" sz="1600" spc="-1" dirty="0">
                <a:latin typeface="Times New Roman" panose="02020603050405020304" pitchFamily="18" charset="0"/>
                <a:cs typeface="Times New Roman" panose="02020603050405020304" pitchFamily="18" charset="0"/>
              </a:rPr>
              <a:t>3. </a:t>
            </a:r>
            <a:r>
              <a:rPr lang="en-US" sz="1600" b="1" spc="-1" dirty="0">
                <a:latin typeface="Times New Roman" panose="02020603050405020304" pitchFamily="18" charset="0"/>
                <a:cs typeface="Times New Roman" panose="02020603050405020304" pitchFamily="18" charset="0"/>
              </a:rPr>
              <a:t>Spring MVC </a:t>
            </a:r>
            <a:r>
              <a:rPr lang="en-US" sz="1600" spc="-1" dirty="0">
                <a:latin typeface="Times New Roman" panose="02020603050405020304" pitchFamily="18" charset="0"/>
                <a:cs typeface="Times New Roman" panose="02020603050405020304" pitchFamily="18" charset="0"/>
              </a:rPr>
              <a:t>  - Implements the Model-View-Controller (MVC) architecture for separating business logic, presentation, and data access layers.</a:t>
            </a:r>
          </a:p>
          <a:p>
            <a:pPr marL="0" lvl="1" indent="0">
              <a:buNone/>
            </a:pPr>
            <a:r>
              <a:rPr lang="en-US" sz="1600" spc="-1" dirty="0">
                <a:latin typeface="Times New Roman" panose="02020603050405020304" pitchFamily="18" charset="0"/>
                <a:cs typeface="Times New Roman" panose="02020603050405020304" pitchFamily="18" charset="0"/>
              </a:rPr>
              <a:t>4. </a:t>
            </a:r>
            <a:r>
              <a:rPr lang="en-US" sz="1600" b="1" spc="-1" dirty="0">
                <a:latin typeface="Times New Roman" panose="02020603050405020304" pitchFamily="18" charset="0"/>
                <a:cs typeface="Times New Roman" panose="02020603050405020304" pitchFamily="18" charset="0"/>
              </a:rPr>
              <a:t>Spring Data JPA</a:t>
            </a:r>
            <a:r>
              <a:rPr lang="en-US" sz="1600" spc="-1" dirty="0">
                <a:latin typeface="Times New Roman" panose="02020603050405020304" pitchFamily="18" charset="0"/>
                <a:cs typeface="Times New Roman" panose="02020603050405020304" pitchFamily="18" charset="0"/>
              </a:rPr>
              <a:t>   - Used for database operations such as CRUD (Create, Read, Update, Delete) without writing boilerplate SQL queries.   - The integration with MySQL ensures efficient data management and processing.</a:t>
            </a:r>
          </a:p>
          <a:p>
            <a:pPr marL="0" lvl="1" indent="0">
              <a:buNone/>
            </a:pPr>
            <a:r>
              <a:rPr lang="en-US" sz="1600" spc="-1" dirty="0">
                <a:latin typeface="Times New Roman" panose="02020603050405020304" pitchFamily="18" charset="0"/>
                <a:cs typeface="Times New Roman" panose="02020603050405020304" pitchFamily="18" charset="0"/>
              </a:rPr>
              <a:t>5. </a:t>
            </a:r>
            <a:r>
              <a:rPr lang="en-US" sz="1600" b="1" spc="-1" dirty="0">
                <a:latin typeface="Times New Roman" panose="02020603050405020304" pitchFamily="18" charset="0"/>
                <a:cs typeface="Times New Roman" panose="02020603050405020304" pitchFamily="18" charset="0"/>
              </a:rPr>
              <a:t>Dependency Management   </a:t>
            </a:r>
            <a:r>
              <a:rPr lang="en-US" sz="1600" spc="-1" dirty="0">
                <a:latin typeface="Times New Roman" panose="02020603050405020304" pitchFamily="18" charset="0"/>
                <a:cs typeface="Times New Roman" panose="02020603050405020304" pitchFamily="18" charset="0"/>
              </a:rPr>
              <a:t>- Maven is used as a build tool, and Spring Boot simplifies dependency management by automatically resolving compatible versions of libraries.</a:t>
            </a:r>
          </a:p>
          <a:p>
            <a:pPr marL="0" lvl="1" indent="0">
              <a:buNone/>
            </a:pPr>
            <a:r>
              <a:rPr lang="en-US" sz="1600" spc="-1" dirty="0">
                <a:latin typeface="Times New Roman" panose="02020603050405020304" pitchFamily="18" charset="0"/>
                <a:cs typeface="Times New Roman" panose="02020603050405020304" pitchFamily="18" charset="0"/>
              </a:rPr>
              <a:t> </a:t>
            </a:r>
            <a:endParaRPr lang="en-IN" sz="16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730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DD876C-3CD6-4153-D30C-671F4D163B13}"/>
              </a:ext>
            </a:extLst>
          </p:cNvPr>
          <p:cNvSpPr>
            <a:spLocks noGrp="1"/>
          </p:cNvSpPr>
          <p:nvPr>
            <p:ph idx="1"/>
          </p:nvPr>
        </p:nvSpPr>
        <p:spPr>
          <a:xfrm>
            <a:off x="313184" y="1347614"/>
            <a:ext cx="8229600" cy="3672408"/>
          </a:xfrm>
        </p:spPr>
        <p:txBody>
          <a:bodyPr>
            <a:normAutofit fontScale="55000" lnSpcReduction="20000"/>
          </a:bodyPr>
          <a:lstStyle/>
          <a:p>
            <a:pPr marL="0" lvl="1" indent="0">
              <a:buNone/>
            </a:pPr>
            <a:r>
              <a:rPr lang="en-US" sz="3600" spc="-1" dirty="0">
                <a:latin typeface="Times New Roman" panose="02020603050405020304" pitchFamily="18" charset="0"/>
                <a:cs typeface="Times New Roman" panose="02020603050405020304" pitchFamily="18" charset="0"/>
              </a:rPr>
              <a:t>6. </a:t>
            </a:r>
            <a:r>
              <a:rPr lang="en-US" sz="3600" b="1" spc="-1" dirty="0">
                <a:latin typeface="Times New Roman" panose="02020603050405020304" pitchFamily="18" charset="0"/>
                <a:cs typeface="Times New Roman" panose="02020603050405020304" pitchFamily="18" charset="0"/>
              </a:rPr>
              <a:t>Spring Security </a:t>
            </a:r>
            <a:r>
              <a:rPr lang="en-US" sz="3600" spc="-1" dirty="0">
                <a:latin typeface="Times New Roman" panose="02020603050405020304" pitchFamily="18" charset="0"/>
                <a:cs typeface="Times New Roman" panose="02020603050405020304" pitchFamily="18" charset="0"/>
              </a:rPr>
              <a:t>- Adds security to the application by implementing role-based access control (e.g., for admin and users).   - Handles login authentication and authorization for different users.</a:t>
            </a:r>
          </a:p>
          <a:p>
            <a:pPr marL="0" lvl="1" indent="0">
              <a:buNone/>
            </a:pPr>
            <a:r>
              <a:rPr lang="en-US" sz="3600" spc="-1" dirty="0">
                <a:latin typeface="Times New Roman" panose="02020603050405020304" pitchFamily="18" charset="0"/>
                <a:cs typeface="Times New Roman" panose="02020603050405020304" pitchFamily="18" charset="0"/>
              </a:rPr>
              <a:t>7. </a:t>
            </a:r>
            <a:r>
              <a:rPr lang="en-US" sz="3600" b="1" spc="-1" dirty="0">
                <a:latin typeface="Times New Roman" panose="02020603050405020304" pitchFamily="18" charset="0"/>
                <a:cs typeface="Times New Roman" panose="02020603050405020304" pitchFamily="18" charset="0"/>
              </a:rPr>
              <a:t>Application Configuration   </a:t>
            </a:r>
            <a:r>
              <a:rPr lang="en-US" sz="3600" spc="-1" dirty="0">
                <a:latin typeface="Times New Roman" panose="02020603050405020304" pitchFamily="18" charset="0"/>
                <a:cs typeface="Times New Roman" panose="02020603050405020304" pitchFamily="18" charset="0"/>
              </a:rPr>
              <a:t>- Spring Boot's </a:t>
            </a:r>
            <a:r>
              <a:rPr lang="en-US" sz="3600" spc="-1" dirty="0" err="1">
                <a:latin typeface="Times New Roman" panose="02020603050405020304" pitchFamily="18" charset="0"/>
                <a:cs typeface="Times New Roman" panose="02020603050405020304" pitchFamily="18" charset="0"/>
              </a:rPr>
              <a:t>application.properties</a:t>
            </a:r>
            <a:r>
              <a:rPr lang="en-US" sz="3600" spc="-1" dirty="0">
                <a:latin typeface="Times New Roman" panose="02020603050405020304" pitchFamily="18" charset="0"/>
                <a:cs typeface="Times New Roman" panose="02020603050405020304" pitchFamily="18" charset="0"/>
              </a:rPr>
              <a:t> or </a:t>
            </a:r>
            <a:r>
              <a:rPr lang="en-US" sz="3600" spc="-1" dirty="0" err="1">
                <a:latin typeface="Times New Roman" panose="02020603050405020304" pitchFamily="18" charset="0"/>
                <a:cs typeface="Times New Roman" panose="02020603050405020304" pitchFamily="18" charset="0"/>
              </a:rPr>
              <a:t>application.yml</a:t>
            </a:r>
            <a:r>
              <a:rPr lang="en-US" sz="3600" spc="-1" dirty="0">
                <a:latin typeface="Times New Roman" panose="02020603050405020304" pitchFamily="18" charset="0"/>
                <a:cs typeface="Times New Roman" panose="02020603050405020304" pitchFamily="18" charset="0"/>
              </a:rPr>
              <a:t> file is used for centralizing and customizing configurations such as database connections, server ports, etc.</a:t>
            </a:r>
          </a:p>
          <a:p>
            <a:pPr marL="0" lvl="1" indent="0">
              <a:buNone/>
            </a:pPr>
            <a:r>
              <a:rPr lang="en-US" sz="3600" spc="-1" dirty="0">
                <a:latin typeface="Times New Roman" panose="02020603050405020304" pitchFamily="18" charset="0"/>
                <a:cs typeface="Times New Roman" panose="02020603050405020304" pitchFamily="18" charset="0"/>
              </a:rPr>
              <a:t>8. </a:t>
            </a:r>
            <a:r>
              <a:rPr lang="en-US" sz="3600" b="1" spc="-1" dirty="0">
                <a:latin typeface="Times New Roman" panose="02020603050405020304" pitchFamily="18" charset="0"/>
                <a:cs typeface="Times New Roman" panose="02020603050405020304" pitchFamily="18" charset="0"/>
              </a:rPr>
              <a:t>RESTful APIs   </a:t>
            </a:r>
            <a:r>
              <a:rPr lang="en-US" sz="3600" spc="-1" dirty="0">
                <a:latin typeface="Times New Roman" panose="02020603050405020304" pitchFamily="18" charset="0"/>
                <a:cs typeface="Times New Roman" panose="02020603050405020304" pitchFamily="18" charset="0"/>
              </a:rPr>
              <a:t>- Spring Boot provides features for creating and managing REST APIs, allowing seamless communication between frontend and backend.</a:t>
            </a:r>
          </a:p>
          <a:p>
            <a:pPr marL="0" lvl="1" indent="0">
              <a:buNone/>
            </a:pPr>
            <a:r>
              <a:rPr lang="en-US" sz="3600" spc="-1" dirty="0">
                <a:latin typeface="Times New Roman" panose="02020603050405020304" pitchFamily="18" charset="0"/>
                <a:cs typeface="Times New Roman" panose="02020603050405020304" pitchFamily="18" charset="0"/>
              </a:rPr>
              <a:t>9. </a:t>
            </a:r>
            <a:r>
              <a:rPr lang="en-US" sz="3600" b="1" spc="-1" dirty="0">
                <a:latin typeface="Times New Roman" panose="02020603050405020304" pitchFamily="18" charset="0"/>
                <a:cs typeface="Times New Roman" panose="02020603050405020304" pitchFamily="18" charset="0"/>
              </a:rPr>
              <a:t>Exception Handling   </a:t>
            </a:r>
            <a:r>
              <a:rPr lang="en-US" sz="3600" spc="-1" dirty="0">
                <a:latin typeface="Times New Roman" panose="02020603050405020304" pitchFamily="18" charset="0"/>
                <a:cs typeface="Times New Roman" panose="02020603050405020304" pitchFamily="18" charset="0"/>
              </a:rPr>
              <a:t>- Custom exception handling is supported using Spring Boot's @ExceptionHandler annotations.</a:t>
            </a:r>
          </a:p>
          <a:p>
            <a:pPr marL="0" lvl="1" indent="0">
              <a:buNone/>
            </a:pPr>
            <a:r>
              <a:rPr lang="en-US" sz="3600" spc="-1" dirty="0">
                <a:latin typeface="Times New Roman" panose="02020603050405020304" pitchFamily="18" charset="0"/>
                <a:cs typeface="Times New Roman" panose="02020603050405020304" pitchFamily="18" charset="0"/>
              </a:rPr>
              <a:t>10. </a:t>
            </a:r>
            <a:r>
              <a:rPr lang="en-US" sz="3600" b="1" spc="-1" dirty="0">
                <a:latin typeface="Times New Roman" panose="02020603050405020304" pitchFamily="18" charset="0"/>
                <a:cs typeface="Times New Roman" panose="02020603050405020304" pitchFamily="18" charset="0"/>
              </a:rPr>
              <a:t>Automatic Configuration   </a:t>
            </a:r>
            <a:r>
              <a:rPr lang="en-US" sz="3600" spc="-1" dirty="0">
                <a:latin typeface="Times New Roman" panose="02020603050405020304" pitchFamily="18" charset="0"/>
                <a:cs typeface="Times New Roman" panose="02020603050405020304" pitchFamily="18" charset="0"/>
              </a:rPr>
              <a:t>- Spring Boot automatically configures components like Hibernate, JPA, and data sources, reducing the amount of manual configuration.</a:t>
            </a:r>
            <a:endParaRPr lang="en-IN" sz="3600" spc="-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Title 1">
            <a:extLst>
              <a:ext uri="{FF2B5EF4-FFF2-40B4-BE49-F238E27FC236}">
                <a16:creationId xmlns:a16="http://schemas.microsoft.com/office/drawing/2014/main" id="{47914D5F-51C7-C676-6D05-DF039612D396}"/>
              </a:ext>
            </a:extLst>
          </p:cNvPr>
          <p:cNvSpPr>
            <a:spLocks noGrp="1"/>
          </p:cNvSpPr>
          <p:nvPr>
            <p:ph type="title"/>
          </p:nvPr>
        </p:nvSpPr>
        <p:spPr>
          <a:xfrm>
            <a:off x="313184" y="400050"/>
            <a:ext cx="8373616" cy="742950"/>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spc="-1" dirty="0">
                <a:solidFill>
                  <a:srgbClr val="000000"/>
                </a:solidFill>
                <a:latin typeface="Gill Sans MT"/>
              </a:rPr>
            </a:br>
            <a:r>
              <a:rPr lang="en-US" sz="3100" b="1" spc="-1" dirty="0">
                <a:solidFill>
                  <a:srgbClr val="C00000"/>
                </a:solidFill>
                <a:latin typeface="Gill Sans MT"/>
              </a:rPr>
              <a:t>Experimentation and Results Contd..</a:t>
            </a:r>
            <a:br>
              <a:rPr lang="en-US" spc="-1" dirty="0">
                <a:solidFill>
                  <a:srgbClr val="000000"/>
                </a:solidFill>
                <a:latin typeface="Gill Sans MT"/>
              </a:rPr>
            </a:br>
            <a:endParaRPr lang="en-IN" dirty="0"/>
          </a:p>
        </p:txBody>
      </p:sp>
    </p:spTree>
    <p:extLst>
      <p:ext uri="{BB962C8B-B14F-4D97-AF65-F5344CB8AC3E}">
        <p14:creationId xmlns:p14="http://schemas.microsoft.com/office/powerpoint/2010/main" val="618899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E062FE0-C893-616E-4C28-554285452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104" y="359153"/>
            <a:ext cx="3683070" cy="3220710"/>
          </a:xfrm>
          <a:prstGeom prst="rect">
            <a:avLst/>
          </a:prstGeom>
        </p:spPr>
      </p:pic>
      <p:pic>
        <p:nvPicPr>
          <p:cNvPr id="21" name="Picture 20">
            <a:extLst>
              <a:ext uri="{FF2B5EF4-FFF2-40B4-BE49-F238E27FC236}">
                <a16:creationId xmlns:a16="http://schemas.microsoft.com/office/drawing/2014/main" id="{4D296DA1-6819-F31E-1474-C080B99759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1418" y="359153"/>
            <a:ext cx="3683070" cy="4393321"/>
          </a:xfrm>
          <a:prstGeom prst="rect">
            <a:avLst/>
          </a:prstGeom>
        </p:spPr>
      </p:pic>
      <p:pic>
        <p:nvPicPr>
          <p:cNvPr id="23" name="Picture 22">
            <a:extLst>
              <a:ext uri="{FF2B5EF4-FFF2-40B4-BE49-F238E27FC236}">
                <a16:creationId xmlns:a16="http://schemas.microsoft.com/office/drawing/2014/main" id="{E7E6AD6D-4159-E776-3AAA-33A42D3C3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104" y="3582848"/>
            <a:ext cx="3683071" cy="1174960"/>
          </a:xfrm>
          <a:prstGeom prst="rect">
            <a:avLst/>
          </a:prstGeom>
        </p:spPr>
      </p:pic>
      <p:sp>
        <p:nvSpPr>
          <p:cNvPr id="24" name="TextBox 23">
            <a:extLst>
              <a:ext uri="{FF2B5EF4-FFF2-40B4-BE49-F238E27FC236}">
                <a16:creationId xmlns:a16="http://schemas.microsoft.com/office/drawing/2014/main" id="{581F71C1-B438-4A8D-A75F-4336C5E61A76}"/>
              </a:ext>
            </a:extLst>
          </p:cNvPr>
          <p:cNvSpPr txBox="1"/>
          <p:nvPr/>
        </p:nvSpPr>
        <p:spPr>
          <a:xfrm>
            <a:off x="827584" y="4784347"/>
            <a:ext cx="3343283" cy="369332"/>
          </a:xfrm>
          <a:prstGeom prst="rect">
            <a:avLst/>
          </a:prstGeom>
          <a:noFill/>
        </p:spPr>
        <p:txBody>
          <a:bodyPr wrap="square" rtlCol="0">
            <a:spAutoFit/>
          </a:bodyPr>
          <a:lstStyle/>
          <a:p>
            <a:r>
              <a:rPr lang="en-US" dirty="0"/>
              <a:t>Fig:1(New user registration)</a:t>
            </a:r>
            <a:endParaRPr lang="en-IN" dirty="0"/>
          </a:p>
        </p:txBody>
      </p:sp>
      <p:sp>
        <p:nvSpPr>
          <p:cNvPr id="25" name="TextBox 24">
            <a:extLst>
              <a:ext uri="{FF2B5EF4-FFF2-40B4-BE49-F238E27FC236}">
                <a16:creationId xmlns:a16="http://schemas.microsoft.com/office/drawing/2014/main" id="{90B5CDDE-43C6-6CB2-88EE-83E5882842DB}"/>
              </a:ext>
            </a:extLst>
          </p:cNvPr>
          <p:cNvSpPr txBox="1"/>
          <p:nvPr/>
        </p:nvSpPr>
        <p:spPr>
          <a:xfrm>
            <a:off x="6300192" y="4784347"/>
            <a:ext cx="2520280" cy="369332"/>
          </a:xfrm>
          <a:prstGeom prst="rect">
            <a:avLst/>
          </a:prstGeom>
          <a:noFill/>
        </p:spPr>
        <p:txBody>
          <a:bodyPr wrap="square" rtlCol="0">
            <a:spAutoFit/>
          </a:bodyPr>
          <a:lstStyle/>
          <a:p>
            <a:r>
              <a:rPr lang="en-US" dirty="0"/>
              <a:t>Fig:2(Login Page)</a:t>
            </a:r>
            <a:endParaRPr lang="en-IN" dirty="0"/>
          </a:p>
        </p:txBody>
      </p:sp>
    </p:spTree>
    <p:extLst>
      <p:ext uri="{BB962C8B-B14F-4D97-AF65-F5344CB8AC3E}">
        <p14:creationId xmlns:p14="http://schemas.microsoft.com/office/powerpoint/2010/main" val="2098662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48D28A-8A7C-A80D-BE96-2FB69B584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339502"/>
            <a:ext cx="8352928" cy="4464495"/>
          </a:xfrm>
          <a:prstGeom prst="rect">
            <a:avLst/>
          </a:prstGeom>
        </p:spPr>
      </p:pic>
      <p:sp>
        <p:nvSpPr>
          <p:cNvPr id="6" name="TextBox 5">
            <a:extLst>
              <a:ext uri="{FF2B5EF4-FFF2-40B4-BE49-F238E27FC236}">
                <a16:creationId xmlns:a16="http://schemas.microsoft.com/office/drawing/2014/main" id="{2F760E30-B44F-CEE2-E12D-0BA64D62AD1D}"/>
              </a:ext>
            </a:extLst>
          </p:cNvPr>
          <p:cNvSpPr txBox="1"/>
          <p:nvPr/>
        </p:nvSpPr>
        <p:spPr>
          <a:xfrm>
            <a:off x="3419872" y="4815944"/>
            <a:ext cx="2088232" cy="369332"/>
          </a:xfrm>
          <a:prstGeom prst="rect">
            <a:avLst/>
          </a:prstGeom>
          <a:noFill/>
        </p:spPr>
        <p:txBody>
          <a:bodyPr wrap="square" rtlCol="0">
            <a:spAutoFit/>
          </a:bodyPr>
          <a:lstStyle/>
          <a:p>
            <a:r>
              <a:rPr lang="en-US" dirty="0"/>
              <a:t>Fig:3(Home Page)</a:t>
            </a:r>
            <a:endParaRPr lang="en-IN" dirty="0"/>
          </a:p>
        </p:txBody>
      </p:sp>
    </p:spTree>
    <p:extLst>
      <p:ext uri="{BB962C8B-B14F-4D97-AF65-F5344CB8AC3E}">
        <p14:creationId xmlns:p14="http://schemas.microsoft.com/office/powerpoint/2010/main" val="2562032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67749-F8AA-759F-185D-8A1265CC61BE}"/>
              </a:ext>
            </a:extLst>
          </p:cNvPr>
          <p:cNvSpPr>
            <a:spLocks noGrp="1"/>
          </p:cNvSpPr>
          <p:nvPr>
            <p:ph type="title"/>
          </p:nvPr>
        </p:nvSpPr>
        <p:spPr>
          <a:xfrm>
            <a:off x="345593" y="411509"/>
            <a:ext cx="8496944" cy="743887"/>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normAutofit fontScale="90000"/>
          </a:bodyPr>
          <a:lstStyle/>
          <a:p>
            <a:r>
              <a:rPr lang="en-IN" sz="2800" b="1" dirty="0" err="1">
                <a:solidFill>
                  <a:srgbClr val="C00000"/>
                </a:solidFill>
                <a:latin typeface="Gill Sans MT" panose="020B0502020104020203" pitchFamily="34" charset="0"/>
              </a:rPr>
              <a:t>ScreenShots</a:t>
            </a:r>
            <a:br>
              <a:rPr lang="en-IN" sz="2800" b="1" dirty="0">
                <a:solidFill>
                  <a:srgbClr val="C00000"/>
                </a:solidFill>
                <a:latin typeface="Gill Sans MT" panose="020B0502020104020203" pitchFamily="34" charset="0"/>
              </a:rPr>
            </a:br>
            <a:endParaRPr lang="en-IN" sz="2800" b="1" dirty="0">
              <a:solidFill>
                <a:srgbClr val="C00000"/>
              </a:solidFill>
              <a:latin typeface="Gill Sans MT" panose="020B0502020104020203" pitchFamily="34" charset="0"/>
            </a:endParaRPr>
          </a:p>
        </p:txBody>
      </p:sp>
      <p:pic>
        <p:nvPicPr>
          <p:cNvPr id="6" name="Picture 5">
            <a:extLst>
              <a:ext uri="{FF2B5EF4-FFF2-40B4-BE49-F238E27FC236}">
                <a16:creationId xmlns:a16="http://schemas.microsoft.com/office/drawing/2014/main" id="{AB5B72F5-D0A1-D48B-A66E-4CD4C7BA44F1}"/>
              </a:ext>
            </a:extLst>
          </p:cNvPr>
          <p:cNvPicPr>
            <a:picLocks noChangeAspect="1"/>
          </p:cNvPicPr>
          <p:nvPr/>
        </p:nvPicPr>
        <p:blipFill>
          <a:blip r:embed="rId2"/>
          <a:stretch>
            <a:fillRect/>
          </a:stretch>
        </p:blipFill>
        <p:spPr>
          <a:xfrm>
            <a:off x="258057" y="2316012"/>
            <a:ext cx="4168096" cy="1983930"/>
          </a:xfrm>
          <a:prstGeom prst="rect">
            <a:avLst/>
          </a:prstGeom>
        </p:spPr>
      </p:pic>
      <p:pic>
        <p:nvPicPr>
          <p:cNvPr id="7" name="Picture 6">
            <a:extLst>
              <a:ext uri="{FF2B5EF4-FFF2-40B4-BE49-F238E27FC236}">
                <a16:creationId xmlns:a16="http://schemas.microsoft.com/office/drawing/2014/main" id="{57558792-9FCA-34D0-F7DE-6E6BEB76FF60}"/>
              </a:ext>
            </a:extLst>
          </p:cNvPr>
          <p:cNvPicPr>
            <a:picLocks noChangeAspect="1"/>
          </p:cNvPicPr>
          <p:nvPr/>
        </p:nvPicPr>
        <p:blipFill>
          <a:blip r:embed="rId3"/>
          <a:stretch>
            <a:fillRect/>
          </a:stretch>
        </p:blipFill>
        <p:spPr>
          <a:xfrm>
            <a:off x="4560056" y="2310007"/>
            <a:ext cx="4282481" cy="2133951"/>
          </a:xfrm>
          <a:prstGeom prst="rect">
            <a:avLst/>
          </a:prstGeom>
        </p:spPr>
      </p:pic>
      <p:sp>
        <p:nvSpPr>
          <p:cNvPr id="10" name="TextBox 9">
            <a:extLst>
              <a:ext uri="{FF2B5EF4-FFF2-40B4-BE49-F238E27FC236}">
                <a16:creationId xmlns:a16="http://schemas.microsoft.com/office/drawing/2014/main" id="{FA2C2C58-3ABA-C71E-E5BA-AD7B4C6B51E9}"/>
              </a:ext>
            </a:extLst>
          </p:cNvPr>
          <p:cNvSpPr txBox="1"/>
          <p:nvPr/>
        </p:nvSpPr>
        <p:spPr>
          <a:xfrm>
            <a:off x="467544" y="1155397"/>
            <a:ext cx="3456384" cy="1200329"/>
          </a:xfrm>
          <a:prstGeom prst="rect">
            <a:avLst/>
          </a:prstGeom>
          <a:noFill/>
        </p:spPr>
        <p:txBody>
          <a:bodyPr wrap="square" rtlCol="0">
            <a:spAutoFit/>
          </a:bodyPr>
          <a:lstStyle/>
          <a:p>
            <a:r>
              <a:rPr lang="en-US" sz="1800" kern="0" spc="-19" dirty="0">
                <a:latin typeface="Anton" pitchFamily="34" charset="0"/>
                <a:ea typeface="Anton" pitchFamily="34" charset="-122"/>
                <a:cs typeface="Anton" pitchFamily="34" charset="-120"/>
              </a:rPr>
              <a:t>Item Details</a:t>
            </a:r>
            <a:endParaRPr lang="en-US" sz="1800" dirty="0"/>
          </a:p>
          <a:p>
            <a:r>
              <a:rPr lang="en-US" sz="1800" kern="0" spc="-31" dirty="0">
                <a:solidFill>
                  <a:schemeClr val="bg2">
                    <a:lumMod val="10000"/>
                  </a:schemeClr>
                </a:solidFill>
                <a:latin typeface="Fira Sans" pitchFamily="34" charset="0"/>
                <a:ea typeface="Fira Sans" pitchFamily="34" charset="-122"/>
                <a:cs typeface="Fira Sans" pitchFamily="34" charset="-120"/>
              </a:rPr>
              <a:t>Admin can enter gym item name and Total seats.</a:t>
            </a:r>
            <a:endParaRPr lang="en-US" sz="1800" dirty="0">
              <a:solidFill>
                <a:schemeClr val="bg2">
                  <a:lumMod val="10000"/>
                </a:schemeClr>
              </a:solidFill>
            </a:endParaRPr>
          </a:p>
          <a:p>
            <a:endParaRPr lang="en-IN" dirty="0"/>
          </a:p>
        </p:txBody>
      </p:sp>
      <p:sp>
        <p:nvSpPr>
          <p:cNvPr id="11" name="TextBox 10">
            <a:extLst>
              <a:ext uri="{FF2B5EF4-FFF2-40B4-BE49-F238E27FC236}">
                <a16:creationId xmlns:a16="http://schemas.microsoft.com/office/drawing/2014/main" id="{E8A147AF-1E08-437F-8641-548D5997007A}"/>
              </a:ext>
            </a:extLst>
          </p:cNvPr>
          <p:cNvSpPr txBox="1"/>
          <p:nvPr/>
        </p:nvSpPr>
        <p:spPr>
          <a:xfrm>
            <a:off x="4865092" y="1155397"/>
            <a:ext cx="3672408" cy="646331"/>
          </a:xfrm>
          <a:prstGeom prst="rect">
            <a:avLst/>
          </a:prstGeom>
          <a:noFill/>
        </p:spPr>
        <p:txBody>
          <a:bodyPr wrap="square" rtlCol="0">
            <a:spAutoFit/>
          </a:bodyPr>
          <a:lstStyle/>
          <a:p>
            <a:r>
              <a:rPr lang="en-US" sz="1800" kern="0" spc="-19" dirty="0">
                <a:solidFill>
                  <a:schemeClr val="tx1">
                    <a:lumMod val="85000"/>
                    <a:lumOff val="15000"/>
                  </a:schemeClr>
                </a:solidFill>
                <a:latin typeface="Anton" pitchFamily="34" charset="0"/>
                <a:ea typeface="Anton" pitchFamily="34" charset="-122"/>
                <a:cs typeface="Anton" pitchFamily="34" charset="-120"/>
              </a:rPr>
              <a:t>Edit Item Details</a:t>
            </a:r>
            <a:endParaRPr lang="en-US" sz="1800" dirty="0">
              <a:solidFill>
                <a:schemeClr val="tx1">
                  <a:lumMod val="85000"/>
                  <a:lumOff val="15000"/>
                </a:schemeClr>
              </a:solidFill>
            </a:endParaRPr>
          </a:p>
          <a:p>
            <a:r>
              <a:rPr lang="en-US" sz="1800" kern="0" spc="-31" dirty="0">
                <a:solidFill>
                  <a:schemeClr val="tx1">
                    <a:lumMod val="95000"/>
                    <a:lumOff val="5000"/>
                  </a:schemeClr>
                </a:solidFill>
                <a:latin typeface="Fira Sans" pitchFamily="34" charset="0"/>
                <a:ea typeface="Fira Sans" pitchFamily="34" charset="-122"/>
                <a:cs typeface="Fira Sans" pitchFamily="34" charset="-120"/>
              </a:rPr>
              <a:t>Admin can edit gym item details</a:t>
            </a:r>
            <a:endParaRPr lang="en-IN" dirty="0">
              <a:solidFill>
                <a:schemeClr val="tx1">
                  <a:lumMod val="95000"/>
                  <a:lumOff val="5000"/>
                </a:schemeClr>
              </a:solidFill>
            </a:endParaRPr>
          </a:p>
        </p:txBody>
      </p:sp>
      <p:sp>
        <p:nvSpPr>
          <p:cNvPr id="17" name="TextBox 16">
            <a:extLst>
              <a:ext uri="{FF2B5EF4-FFF2-40B4-BE49-F238E27FC236}">
                <a16:creationId xmlns:a16="http://schemas.microsoft.com/office/drawing/2014/main" id="{9ADC38B7-0BE3-6B6D-5DDA-7D0FE5C96029}"/>
              </a:ext>
            </a:extLst>
          </p:cNvPr>
          <p:cNvSpPr txBox="1"/>
          <p:nvPr/>
        </p:nvSpPr>
        <p:spPr>
          <a:xfrm>
            <a:off x="1979712" y="4547325"/>
            <a:ext cx="1296144" cy="369332"/>
          </a:xfrm>
          <a:prstGeom prst="rect">
            <a:avLst/>
          </a:prstGeom>
          <a:noFill/>
        </p:spPr>
        <p:txBody>
          <a:bodyPr wrap="square" rtlCol="0">
            <a:spAutoFit/>
          </a:bodyPr>
          <a:lstStyle/>
          <a:p>
            <a:r>
              <a:rPr lang="en-US" dirty="0"/>
              <a:t>Fig:4</a:t>
            </a:r>
            <a:endParaRPr lang="en-IN" dirty="0"/>
          </a:p>
        </p:txBody>
      </p:sp>
      <p:sp>
        <p:nvSpPr>
          <p:cNvPr id="18" name="TextBox 17">
            <a:extLst>
              <a:ext uri="{FF2B5EF4-FFF2-40B4-BE49-F238E27FC236}">
                <a16:creationId xmlns:a16="http://schemas.microsoft.com/office/drawing/2014/main" id="{0B9D0B5B-5036-1429-89E0-E43BA80605B5}"/>
              </a:ext>
            </a:extLst>
          </p:cNvPr>
          <p:cNvSpPr txBox="1"/>
          <p:nvPr/>
        </p:nvSpPr>
        <p:spPr>
          <a:xfrm>
            <a:off x="6444208" y="4547325"/>
            <a:ext cx="1152128" cy="369332"/>
          </a:xfrm>
          <a:prstGeom prst="rect">
            <a:avLst/>
          </a:prstGeom>
          <a:noFill/>
        </p:spPr>
        <p:txBody>
          <a:bodyPr wrap="square" rtlCol="0">
            <a:spAutoFit/>
          </a:bodyPr>
          <a:lstStyle/>
          <a:p>
            <a:r>
              <a:rPr lang="en-US" dirty="0"/>
              <a:t>Fig:5</a:t>
            </a:r>
            <a:endParaRPr lang="en-IN" dirty="0"/>
          </a:p>
        </p:txBody>
      </p:sp>
    </p:spTree>
    <p:extLst>
      <p:ext uri="{BB962C8B-B14F-4D97-AF65-F5344CB8AC3E}">
        <p14:creationId xmlns:p14="http://schemas.microsoft.com/office/powerpoint/2010/main" val="149942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950FC9-02C1-E6BE-B303-E3FC7A82E699}"/>
              </a:ext>
            </a:extLst>
          </p:cNvPr>
          <p:cNvPicPr>
            <a:picLocks noChangeAspect="1"/>
          </p:cNvPicPr>
          <p:nvPr/>
        </p:nvPicPr>
        <p:blipFill>
          <a:blip r:embed="rId2"/>
          <a:stretch>
            <a:fillRect/>
          </a:stretch>
        </p:blipFill>
        <p:spPr>
          <a:xfrm>
            <a:off x="1439652" y="1347614"/>
            <a:ext cx="6264696" cy="3132348"/>
          </a:xfrm>
          <a:prstGeom prst="rect">
            <a:avLst/>
          </a:prstGeom>
        </p:spPr>
      </p:pic>
      <p:sp>
        <p:nvSpPr>
          <p:cNvPr id="13" name="TextBox 12">
            <a:extLst>
              <a:ext uri="{FF2B5EF4-FFF2-40B4-BE49-F238E27FC236}">
                <a16:creationId xmlns:a16="http://schemas.microsoft.com/office/drawing/2014/main" id="{0EAF7361-7EBB-6D18-2D4F-7C22C0F68700}"/>
              </a:ext>
            </a:extLst>
          </p:cNvPr>
          <p:cNvSpPr txBox="1"/>
          <p:nvPr/>
        </p:nvSpPr>
        <p:spPr>
          <a:xfrm>
            <a:off x="539552" y="483518"/>
            <a:ext cx="8064896" cy="991297"/>
          </a:xfrm>
          <a:prstGeom prst="rect">
            <a:avLst/>
          </a:prstGeom>
          <a:noFill/>
        </p:spPr>
        <p:txBody>
          <a:bodyPr wrap="square" rtlCol="0">
            <a:spAutoFit/>
          </a:bodyPr>
          <a:lstStyle/>
          <a:p>
            <a:pPr marL="0" indent="0" algn="ctr">
              <a:lnSpc>
                <a:spcPts val="2391"/>
              </a:lnSpc>
              <a:buNone/>
            </a:pPr>
            <a:r>
              <a:rPr lang="en-US" sz="1800" u="sng" kern="0" spc="-19" dirty="0">
                <a:solidFill>
                  <a:schemeClr val="tx1">
                    <a:lumMod val="95000"/>
                    <a:lumOff val="5000"/>
                  </a:schemeClr>
                </a:solidFill>
                <a:latin typeface="Times New Roman" panose="02020603050405020304" pitchFamily="18" charset="0"/>
                <a:ea typeface="Anton" pitchFamily="34" charset="-122"/>
                <a:cs typeface="Times New Roman" panose="02020603050405020304" pitchFamily="18" charset="0"/>
              </a:rPr>
              <a:t>View Item Details</a:t>
            </a:r>
          </a:p>
          <a:p>
            <a:pPr algn="ctr">
              <a:lnSpc>
                <a:spcPts val="2391"/>
              </a:lnSpc>
            </a:pPr>
            <a:r>
              <a:rPr lang="en-US" sz="1800" u="sng" kern="0" spc="-31" dirty="0">
                <a:solidFill>
                  <a:schemeClr val="tx1">
                    <a:lumMod val="95000"/>
                    <a:lumOff val="5000"/>
                  </a:schemeClr>
                </a:solidFill>
                <a:latin typeface="Times New Roman" panose="02020603050405020304" pitchFamily="18" charset="0"/>
                <a:ea typeface="Fira Sans" pitchFamily="34" charset="-122"/>
                <a:cs typeface="Times New Roman" panose="02020603050405020304" pitchFamily="18" charset="0"/>
              </a:rPr>
              <a:t>Admin can view item details</a:t>
            </a:r>
            <a:endParaRPr lang="en-US" sz="1800"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ctr">
              <a:lnSpc>
                <a:spcPts val="2391"/>
              </a:lnSpc>
              <a:buNone/>
            </a:pPr>
            <a:endParaRPr lang="en-US" sz="1800" dirty="0"/>
          </a:p>
        </p:txBody>
      </p:sp>
      <p:sp>
        <p:nvSpPr>
          <p:cNvPr id="9" name="TextBox 8">
            <a:extLst>
              <a:ext uri="{FF2B5EF4-FFF2-40B4-BE49-F238E27FC236}">
                <a16:creationId xmlns:a16="http://schemas.microsoft.com/office/drawing/2014/main" id="{556826E3-40A4-5314-DD3F-CC6292B1E334}"/>
              </a:ext>
            </a:extLst>
          </p:cNvPr>
          <p:cNvSpPr txBox="1"/>
          <p:nvPr/>
        </p:nvSpPr>
        <p:spPr>
          <a:xfrm>
            <a:off x="4211960" y="4695986"/>
            <a:ext cx="1008112" cy="369332"/>
          </a:xfrm>
          <a:prstGeom prst="rect">
            <a:avLst/>
          </a:prstGeom>
          <a:noFill/>
        </p:spPr>
        <p:txBody>
          <a:bodyPr wrap="square" rtlCol="0">
            <a:spAutoFit/>
          </a:bodyPr>
          <a:lstStyle/>
          <a:p>
            <a:r>
              <a:rPr lang="en-US" dirty="0"/>
              <a:t>Fig:6</a:t>
            </a:r>
            <a:endParaRPr lang="en-IN" dirty="0"/>
          </a:p>
        </p:txBody>
      </p:sp>
    </p:spTree>
    <p:extLst>
      <p:ext uri="{BB962C8B-B14F-4D97-AF65-F5344CB8AC3E}">
        <p14:creationId xmlns:p14="http://schemas.microsoft.com/office/powerpoint/2010/main" val="3178166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1044FC-1BD6-754F-FD94-0A83C2264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267494"/>
            <a:ext cx="5358935" cy="4876006"/>
          </a:xfrm>
          <a:prstGeom prst="rect">
            <a:avLst/>
          </a:prstGeom>
        </p:spPr>
      </p:pic>
      <p:pic>
        <p:nvPicPr>
          <p:cNvPr id="10" name="Picture 9">
            <a:extLst>
              <a:ext uri="{FF2B5EF4-FFF2-40B4-BE49-F238E27FC236}">
                <a16:creationId xmlns:a16="http://schemas.microsoft.com/office/drawing/2014/main" id="{B1467778-59FE-D5AA-2F0A-4DBC75B307F5}"/>
              </a:ext>
            </a:extLst>
          </p:cNvPr>
          <p:cNvPicPr>
            <a:picLocks noChangeAspect="1"/>
          </p:cNvPicPr>
          <p:nvPr/>
        </p:nvPicPr>
        <p:blipFill>
          <a:blip r:embed="rId3"/>
          <a:stretch>
            <a:fillRect/>
          </a:stretch>
        </p:blipFill>
        <p:spPr>
          <a:xfrm>
            <a:off x="5431939" y="2139702"/>
            <a:ext cx="3604557" cy="2088232"/>
          </a:xfrm>
          <a:prstGeom prst="rect">
            <a:avLst/>
          </a:prstGeom>
        </p:spPr>
      </p:pic>
      <p:sp>
        <p:nvSpPr>
          <p:cNvPr id="11" name="TextBox 10">
            <a:extLst>
              <a:ext uri="{FF2B5EF4-FFF2-40B4-BE49-F238E27FC236}">
                <a16:creationId xmlns:a16="http://schemas.microsoft.com/office/drawing/2014/main" id="{B0AFFF12-2556-7BC8-D1B9-039E3833FDE3}"/>
              </a:ext>
            </a:extLst>
          </p:cNvPr>
          <p:cNvSpPr txBox="1"/>
          <p:nvPr/>
        </p:nvSpPr>
        <p:spPr>
          <a:xfrm>
            <a:off x="6948264" y="4499261"/>
            <a:ext cx="1800200" cy="369332"/>
          </a:xfrm>
          <a:prstGeom prst="rect">
            <a:avLst/>
          </a:prstGeom>
          <a:noFill/>
        </p:spPr>
        <p:txBody>
          <a:bodyPr wrap="square" rtlCol="0">
            <a:spAutoFit/>
          </a:bodyPr>
          <a:lstStyle/>
          <a:p>
            <a:r>
              <a:rPr lang="en-US" dirty="0"/>
              <a:t>Fig:7</a:t>
            </a:r>
            <a:endParaRPr lang="en-IN" dirty="0"/>
          </a:p>
        </p:txBody>
      </p:sp>
    </p:spTree>
    <p:extLst>
      <p:ext uri="{BB962C8B-B14F-4D97-AF65-F5344CB8AC3E}">
        <p14:creationId xmlns:p14="http://schemas.microsoft.com/office/powerpoint/2010/main" val="3394641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0514EC-78E4-FE2C-42A5-5C312D795E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39502"/>
            <a:ext cx="9144000" cy="4803998"/>
          </a:xfrm>
          <a:prstGeom prst="rect">
            <a:avLst/>
          </a:prstGeom>
        </p:spPr>
      </p:pic>
      <p:sp>
        <p:nvSpPr>
          <p:cNvPr id="6" name="TextBox 5">
            <a:extLst>
              <a:ext uri="{FF2B5EF4-FFF2-40B4-BE49-F238E27FC236}">
                <a16:creationId xmlns:a16="http://schemas.microsoft.com/office/drawing/2014/main" id="{04241270-18A2-159F-0939-58458374A0F1}"/>
              </a:ext>
            </a:extLst>
          </p:cNvPr>
          <p:cNvSpPr txBox="1"/>
          <p:nvPr/>
        </p:nvSpPr>
        <p:spPr>
          <a:xfrm>
            <a:off x="5004048" y="1198081"/>
            <a:ext cx="864096" cy="276999"/>
          </a:xfrm>
          <a:prstGeom prst="rect">
            <a:avLst/>
          </a:prstGeom>
          <a:noFill/>
        </p:spPr>
        <p:txBody>
          <a:bodyPr wrap="square" rtlCol="0">
            <a:spAutoFit/>
          </a:bodyPr>
          <a:lstStyle/>
          <a:p>
            <a:r>
              <a:rPr lang="en-US" sz="1200" dirty="0"/>
              <a:t>Fig:8</a:t>
            </a:r>
            <a:endParaRPr lang="en-IN" sz="1200" dirty="0"/>
          </a:p>
        </p:txBody>
      </p:sp>
      <p:sp>
        <p:nvSpPr>
          <p:cNvPr id="7" name="TextBox 6">
            <a:extLst>
              <a:ext uri="{FF2B5EF4-FFF2-40B4-BE49-F238E27FC236}">
                <a16:creationId xmlns:a16="http://schemas.microsoft.com/office/drawing/2014/main" id="{FC15FB80-2482-ED82-8227-374D34CFFE36}"/>
              </a:ext>
            </a:extLst>
          </p:cNvPr>
          <p:cNvSpPr txBox="1"/>
          <p:nvPr/>
        </p:nvSpPr>
        <p:spPr>
          <a:xfrm>
            <a:off x="5010254" y="2741501"/>
            <a:ext cx="792088" cy="276999"/>
          </a:xfrm>
          <a:prstGeom prst="rect">
            <a:avLst/>
          </a:prstGeom>
          <a:noFill/>
        </p:spPr>
        <p:txBody>
          <a:bodyPr wrap="square" rtlCol="0">
            <a:spAutoFit/>
          </a:bodyPr>
          <a:lstStyle/>
          <a:p>
            <a:r>
              <a:rPr lang="en-US" sz="1200" dirty="0"/>
              <a:t>Fig:9</a:t>
            </a:r>
            <a:endParaRPr lang="en-IN" sz="1200" dirty="0"/>
          </a:p>
        </p:txBody>
      </p:sp>
      <p:sp>
        <p:nvSpPr>
          <p:cNvPr id="8" name="TextBox 7">
            <a:extLst>
              <a:ext uri="{FF2B5EF4-FFF2-40B4-BE49-F238E27FC236}">
                <a16:creationId xmlns:a16="http://schemas.microsoft.com/office/drawing/2014/main" id="{9463A556-3B99-1677-0AA0-E9A07C5B3503}"/>
              </a:ext>
            </a:extLst>
          </p:cNvPr>
          <p:cNvSpPr txBox="1"/>
          <p:nvPr/>
        </p:nvSpPr>
        <p:spPr>
          <a:xfrm>
            <a:off x="5004048" y="4227934"/>
            <a:ext cx="720080" cy="276999"/>
          </a:xfrm>
          <a:prstGeom prst="rect">
            <a:avLst/>
          </a:prstGeom>
          <a:noFill/>
        </p:spPr>
        <p:txBody>
          <a:bodyPr wrap="square" rtlCol="0">
            <a:spAutoFit/>
          </a:bodyPr>
          <a:lstStyle/>
          <a:p>
            <a:r>
              <a:rPr lang="en-US" sz="1200" dirty="0"/>
              <a:t>Fig:10</a:t>
            </a:r>
            <a:endParaRPr lang="en-IN" sz="1200" dirty="0"/>
          </a:p>
        </p:txBody>
      </p:sp>
    </p:spTree>
    <p:extLst>
      <p:ext uri="{BB962C8B-B14F-4D97-AF65-F5344CB8AC3E}">
        <p14:creationId xmlns:p14="http://schemas.microsoft.com/office/powerpoint/2010/main" val="2068415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8C8D55-D376-E29A-3393-27716BF9B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267494"/>
            <a:ext cx="8851980" cy="4876006"/>
          </a:xfrm>
          <a:prstGeom prst="rect">
            <a:avLst/>
          </a:prstGeom>
        </p:spPr>
      </p:pic>
      <p:sp>
        <p:nvSpPr>
          <p:cNvPr id="6" name="TextBox 5">
            <a:extLst>
              <a:ext uri="{FF2B5EF4-FFF2-40B4-BE49-F238E27FC236}">
                <a16:creationId xmlns:a16="http://schemas.microsoft.com/office/drawing/2014/main" id="{C7D7E8F8-BB16-B6F0-F948-5AB99462D79D}"/>
              </a:ext>
            </a:extLst>
          </p:cNvPr>
          <p:cNvSpPr txBox="1"/>
          <p:nvPr/>
        </p:nvSpPr>
        <p:spPr>
          <a:xfrm>
            <a:off x="1979712" y="2202418"/>
            <a:ext cx="1800200" cy="369332"/>
          </a:xfrm>
          <a:prstGeom prst="rect">
            <a:avLst/>
          </a:prstGeom>
          <a:noFill/>
        </p:spPr>
        <p:txBody>
          <a:bodyPr wrap="square" rtlCol="0">
            <a:spAutoFit/>
          </a:bodyPr>
          <a:lstStyle/>
          <a:p>
            <a:r>
              <a:rPr lang="en-US" dirty="0"/>
              <a:t>Fig:11</a:t>
            </a:r>
            <a:endParaRPr lang="en-IN" dirty="0"/>
          </a:p>
        </p:txBody>
      </p:sp>
      <p:sp>
        <p:nvSpPr>
          <p:cNvPr id="7" name="TextBox 6">
            <a:extLst>
              <a:ext uri="{FF2B5EF4-FFF2-40B4-BE49-F238E27FC236}">
                <a16:creationId xmlns:a16="http://schemas.microsoft.com/office/drawing/2014/main" id="{8C5D5651-485C-0279-D6E8-09246345E002}"/>
              </a:ext>
            </a:extLst>
          </p:cNvPr>
          <p:cNvSpPr txBox="1"/>
          <p:nvPr/>
        </p:nvSpPr>
        <p:spPr>
          <a:xfrm>
            <a:off x="6228184" y="2204077"/>
            <a:ext cx="1368152" cy="369332"/>
          </a:xfrm>
          <a:prstGeom prst="rect">
            <a:avLst/>
          </a:prstGeom>
          <a:noFill/>
        </p:spPr>
        <p:txBody>
          <a:bodyPr wrap="square" rtlCol="0">
            <a:spAutoFit/>
          </a:bodyPr>
          <a:lstStyle/>
          <a:p>
            <a:r>
              <a:rPr lang="en-US" dirty="0"/>
              <a:t>Fig:12</a:t>
            </a:r>
            <a:endParaRPr lang="en-IN" dirty="0"/>
          </a:p>
        </p:txBody>
      </p:sp>
    </p:spTree>
    <p:extLst>
      <p:ext uri="{BB962C8B-B14F-4D97-AF65-F5344CB8AC3E}">
        <p14:creationId xmlns:p14="http://schemas.microsoft.com/office/powerpoint/2010/main" val="863538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240065" y="339502"/>
            <a:ext cx="8576242" cy="746438"/>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style>
          <a:lnRef idx="1">
            <a:schemeClr val="accent5"/>
          </a:lnRef>
          <a:fillRef idx="2">
            <a:schemeClr val="accent5"/>
          </a:fillRef>
          <a:effectRef idx="1">
            <a:schemeClr val="accent5"/>
          </a:effectRef>
          <a:fontRef idx="minor">
            <a:schemeClr val="dk1"/>
          </a:fontRef>
        </p:style>
        <p:txBody>
          <a:bodyPr lIns="90000" tIns="45000" rIns="90000" bIns="45000" anchor="ctr">
            <a:normAutofit fontScale="25000" lnSpcReduction="20000"/>
          </a:bodyPr>
          <a:lstStyle/>
          <a:p>
            <a:pPr>
              <a:lnSpc>
                <a:spcPct val="100000"/>
              </a:lnSpc>
            </a:pPr>
            <a:br>
              <a:rPr dirty="0"/>
            </a:br>
            <a:r>
              <a:rPr lang="en-US" sz="11200" b="1" spc="-1" dirty="0">
                <a:solidFill>
                  <a:srgbClr val="C00000"/>
                </a:solidFill>
                <a:latin typeface="Gill Sans MT" panose="020B0502020104020203" pitchFamily="34" charset="0"/>
                <a:cs typeface="Times New Roman" pitchFamily="18" charset="0"/>
              </a:rPr>
              <a:t>Conclusion and Future Scope </a:t>
            </a:r>
            <a:br>
              <a:rPr lang="en-US" sz="11200" b="1" spc="-1" dirty="0">
                <a:solidFill>
                  <a:srgbClr val="C00000"/>
                </a:solidFill>
                <a:latin typeface="Gill Sans MT" panose="020B0502020104020203" pitchFamily="34" charset="0"/>
                <a:cs typeface="Times New Roman" pitchFamily="18" charset="0"/>
              </a:rPr>
            </a:br>
            <a:endParaRPr lang="en-US" sz="11200" b="1" spc="-1" dirty="0">
              <a:solidFill>
                <a:srgbClr val="C00000"/>
              </a:solidFill>
              <a:latin typeface="Gill Sans MT" panose="020B0502020104020203" pitchFamily="34" charset="0"/>
              <a:cs typeface="Times New Roman" pitchFamily="18" charset="0"/>
            </a:endParaRPr>
          </a:p>
        </p:txBody>
      </p:sp>
      <p:sp>
        <p:nvSpPr>
          <p:cNvPr id="121" name="TextShape 2"/>
          <p:cNvSpPr txBox="1"/>
          <p:nvPr/>
        </p:nvSpPr>
        <p:spPr>
          <a:xfrm>
            <a:off x="357158" y="1275606"/>
            <a:ext cx="8576242" cy="3672408"/>
          </a:xfrm>
          <a:prstGeom prst="rect">
            <a:avLst/>
          </a:prstGeom>
          <a:noFill/>
          <a:ln>
            <a:noFill/>
          </a:ln>
        </p:spPr>
        <p:txBody>
          <a:bodyPr lIns="90000" tIns="45000" rIns="90000" bIns="45000">
            <a:noAutofit/>
          </a:bodyPr>
          <a:lstStyle/>
          <a:p>
            <a:pPr>
              <a:spcBef>
                <a:spcPts val="601"/>
              </a:spcBef>
            </a:pPr>
            <a:r>
              <a:rPr lang="en-US" sz="2000" kern="0" spc="-39" dirty="0">
                <a:latin typeface="Times New Roman" panose="02020603050405020304" pitchFamily="18" charset="0"/>
                <a:ea typeface="Fira Sans" pitchFamily="34" charset="-122"/>
                <a:cs typeface="Times New Roman" panose="02020603050405020304" pitchFamily="18" charset="0"/>
              </a:rPr>
              <a:t>The Online Gym Management System offers a comprehensive platform for streamlining gym operations, providing a seamless experience for both admins and customers. Key features include gym item management, timing slot booking and feedback system.</a:t>
            </a:r>
            <a:endParaRPr lang="en-US" sz="2000" dirty="0">
              <a:latin typeface="Times New Roman" panose="02020603050405020304" pitchFamily="18" charset="0"/>
              <a:cs typeface="Times New Roman" panose="02020603050405020304" pitchFamily="18" charset="0"/>
            </a:endParaRPr>
          </a:p>
          <a:p>
            <a:pPr>
              <a:lnSpc>
                <a:spcPct val="100000"/>
              </a:lnSpc>
              <a:spcBef>
                <a:spcPts val="601"/>
              </a:spcBef>
            </a:pPr>
            <a:r>
              <a:rPr lang="en-IN" sz="2000" b="1" dirty="0">
                <a:solidFill>
                  <a:schemeClr val="accent2">
                    <a:lumMod val="75000"/>
                  </a:schemeClr>
                </a:solidFill>
                <a:latin typeface="Times New Roman" panose="02020603050405020304" pitchFamily="18" charset="0"/>
                <a:cs typeface="Times New Roman" panose="02020603050405020304" pitchFamily="18" charset="0"/>
              </a:rPr>
              <a:t>Future Enhancement</a:t>
            </a:r>
            <a:r>
              <a:rPr lang="en-IN" sz="2000" dirty="0">
                <a:latin typeface="Times New Roman" panose="02020603050405020304" pitchFamily="18" charset="0"/>
                <a:cs typeface="Times New Roman" panose="02020603050405020304" pitchFamily="18" charset="0"/>
              </a:rPr>
              <a:t>:</a:t>
            </a:r>
          </a:p>
          <a:p>
            <a:pPr>
              <a:lnSpc>
                <a:spcPct val="100000"/>
              </a:lnSpc>
              <a:spcBef>
                <a:spcPts val="601"/>
              </a:spcBef>
            </a:pPr>
            <a:r>
              <a:rPr lang="en-IN" sz="2000" dirty="0">
                <a:latin typeface="Times New Roman" panose="02020603050405020304" pitchFamily="18" charset="0"/>
                <a:cs typeface="Times New Roman" panose="02020603050405020304" pitchFamily="18" charset="0"/>
              </a:rPr>
              <a:t>➢ Mobile Application Integration </a:t>
            </a:r>
          </a:p>
          <a:p>
            <a:pPr>
              <a:lnSpc>
                <a:spcPct val="100000"/>
              </a:lnSpc>
              <a:spcBef>
                <a:spcPts val="601"/>
              </a:spcBef>
            </a:pPr>
            <a:r>
              <a:rPr lang="en-IN" sz="2000" dirty="0">
                <a:latin typeface="Times New Roman" panose="02020603050405020304" pitchFamily="18" charset="0"/>
                <a:cs typeface="Times New Roman" panose="02020603050405020304" pitchFamily="18" charset="0"/>
              </a:rPr>
              <a:t>➢ Advanced Analytics and Reporting </a:t>
            </a:r>
          </a:p>
          <a:p>
            <a:pPr>
              <a:lnSpc>
                <a:spcPct val="100000"/>
              </a:lnSpc>
              <a:spcBef>
                <a:spcPts val="601"/>
              </a:spcBef>
            </a:pPr>
            <a:r>
              <a:rPr lang="en-IN" sz="2000" dirty="0">
                <a:latin typeface="Times New Roman" panose="02020603050405020304" pitchFamily="18" charset="0"/>
                <a:cs typeface="Times New Roman" panose="02020603050405020304" pitchFamily="18" charset="0"/>
              </a:rPr>
              <a:t>➢ AI-Powered Personalization </a:t>
            </a:r>
          </a:p>
          <a:p>
            <a:pPr>
              <a:lnSpc>
                <a:spcPct val="100000"/>
              </a:lnSpc>
              <a:spcBef>
                <a:spcPts val="601"/>
              </a:spcBef>
            </a:pPr>
            <a:r>
              <a:rPr lang="en-IN" sz="2000" dirty="0">
                <a:latin typeface="Times New Roman" panose="02020603050405020304" pitchFamily="18" charset="0"/>
                <a:cs typeface="Times New Roman" panose="02020603050405020304" pitchFamily="18" charset="0"/>
              </a:rPr>
              <a:t>➢ Health and Fitness Tracking / Nutrition Tracking and Meal Planning </a:t>
            </a:r>
          </a:p>
        </p:txBody>
      </p:sp>
      <p:sp>
        <p:nvSpPr>
          <p:cNvPr id="122"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FEA859CA-BA57-47D4-9BA7-0872E5F9353E}" type="slidenum">
              <a:rPr lang="en-IN" sz="1200" b="0" strike="noStrike" spc="-1">
                <a:solidFill>
                  <a:srgbClr val="B5A989"/>
                </a:solidFill>
                <a:latin typeface="Gill Sans MT"/>
              </a:rPr>
              <a:pPr algn="ctr">
                <a:lnSpc>
                  <a:spcPct val="100000"/>
                </a:lnSpc>
              </a:pPr>
              <a:t>22</a:t>
            </a:fld>
            <a:endParaRPr lang="en-IN" sz="1200" b="0" strike="noStrike" spc="-1">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11510"/>
            <a:ext cx="8280920" cy="553998"/>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a:lstStyle/>
          <a:p>
            <a:r>
              <a:rPr lang="en-IN" sz="2800" b="1" spc="-1" dirty="0">
                <a:solidFill>
                  <a:srgbClr val="C00000"/>
                </a:solidFill>
                <a:latin typeface="Gill Sans MT" panose="020B0502020104020203" pitchFamily="34" charset="0"/>
                <a:cs typeface="Times New Roman" pitchFamily="18" charset="0"/>
              </a:rPr>
              <a:t>Bibliography</a:t>
            </a:r>
            <a:endParaRPr lang="en-US" sz="2800" b="1" spc="-1" dirty="0">
              <a:solidFill>
                <a:srgbClr val="C00000"/>
              </a:solidFill>
              <a:latin typeface="Gill Sans MT" panose="020B0502020104020203" pitchFamily="34" charset="0"/>
              <a:cs typeface="Times New Roman" pitchFamily="18" charset="0"/>
            </a:endParaRPr>
          </a:p>
        </p:txBody>
      </p:sp>
      <p:sp>
        <p:nvSpPr>
          <p:cNvPr id="4" name="TextBox 3">
            <a:extLst>
              <a:ext uri="{FF2B5EF4-FFF2-40B4-BE49-F238E27FC236}">
                <a16:creationId xmlns:a16="http://schemas.microsoft.com/office/drawing/2014/main" id="{4D10AA63-1BE6-6270-7F72-0D7BDD803C63}"/>
              </a:ext>
            </a:extLst>
          </p:cNvPr>
          <p:cNvSpPr txBox="1"/>
          <p:nvPr/>
        </p:nvSpPr>
        <p:spPr>
          <a:xfrm>
            <a:off x="323528" y="1203598"/>
            <a:ext cx="8496944" cy="2800767"/>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1.Spring Framework Documentation. Retrieved from: </a:t>
            </a:r>
            <a:r>
              <a:rPr lang="en-IN" sz="1600" dirty="0">
                <a:latin typeface="Times New Roman" panose="02020603050405020304" pitchFamily="18" charset="0"/>
                <a:cs typeface="Times New Roman" panose="02020603050405020304" pitchFamily="18" charset="0"/>
                <a:hlinkClick r:id="rId2"/>
              </a:rPr>
              <a:t>https://spring.io/projects/spring-boot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2.MySQL Documentation. Retrieved from: </a:t>
            </a:r>
            <a:r>
              <a:rPr lang="en-IN" sz="1600" dirty="0">
                <a:latin typeface="Times New Roman" panose="02020603050405020304" pitchFamily="18" charset="0"/>
                <a:cs typeface="Times New Roman" panose="02020603050405020304" pitchFamily="18" charset="0"/>
                <a:hlinkClick r:id="rId3"/>
              </a:rPr>
              <a:t>https://dev.mysql.com/doc/</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JSP and Servlets. Retrieved from: </a:t>
            </a:r>
            <a:r>
              <a:rPr lang="en-IN" sz="1600" dirty="0">
                <a:latin typeface="Times New Roman" panose="02020603050405020304" pitchFamily="18" charset="0"/>
                <a:cs typeface="Times New Roman" panose="02020603050405020304" pitchFamily="18" charset="0"/>
                <a:hlinkClick r:id="rId4"/>
              </a:rPr>
              <a:t>https://www.oracle.com/java/technologies/java-ee-glossary.html</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CSS: Cascading Style Sheets    Retrieved from: </a:t>
            </a:r>
            <a:r>
              <a:rPr lang="en-IN" sz="1600" dirty="0">
                <a:latin typeface="Times New Roman" panose="02020603050405020304" pitchFamily="18" charset="0"/>
                <a:cs typeface="Times New Roman" panose="02020603050405020304" pitchFamily="18" charset="0"/>
                <a:hlinkClick r:id="rId5"/>
              </a:rPr>
              <a:t>https://www.w3.org/Style/CSS/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 Java Programming Language. Retrieved from: </a:t>
            </a:r>
            <a:r>
              <a:rPr lang="en-IN" sz="1600" dirty="0">
                <a:latin typeface="Times New Roman" panose="02020603050405020304" pitchFamily="18" charset="0"/>
                <a:cs typeface="Times New Roman" panose="02020603050405020304" pitchFamily="18" charset="0"/>
                <a:hlinkClick r:id="rId6"/>
              </a:rPr>
              <a:t>https://docs.oracle.com/javase/tutorial/</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6. Apache Tomcat Documentation. Retrieved from: </a:t>
            </a:r>
            <a:r>
              <a:rPr lang="en-IN" sz="1600" dirty="0">
                <a:latin typeface="Times New Roman" panose="02020603050405020304" pitchFamily="18" charset="0"/>
                <a:cs typeface="Times New Roman" panose="02020603050405020304" pitchFamily="18" charset="0"/>
                <a:hlinkClick r:id="rId7"/>
              </a:rPr>
              <a:t>https://tomcat.apache.org/tomcat-9.0-doc/</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7. Maven Documentation. Retrieved from: </a:t>
            </a:r>
            <a:r>
              <a:rPr lang="en-IN" sz="1600" dirty="0">
                <a:latin typeface="Times New Roman" panose="02020603050405020304" pitchFamily="18" charset="0"/>
                <a:cs typeface="Times New Roman" panose="02020603050405020304" pitchFamily="18" charset="0"/>
                <a:hlinkClick r:id="rId8"/>
              </a:rPr>
              <a:t>https://maven.apache.org/guides/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8. Introduction to Web Development. Retrieved from: </a:t>
            </a:r>
            <a:r>
              <a:rPr lang="en-IN" sz="1600" dirty="0">
                <a:latin typeface="Times New Roman" panose="02020603050405020304" pitchFamily="18" charset="0"/>
                <a:cs typeface="Times New Roman" panose="02020603050405020304" pitchFamily="18" charset="0"/>
                <a:hlinkClick r:id="rId9"/>
              </a:rPr>
              <a:t>https://developer.mozilla.org/en-US/docs/Learn</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9. Spring Security Documentation*. (2024). Retrieved from: </a:t>
            </a:r>
            <a:r>
              <a:rPr lang="en-US" sz="1600" dirty="0">
                <a:latin typeface="Times New Roman" panose="02020603050405020304" pitchFamily="18" charset="0"/>
                <a:cs typeface="Times New Roman" panose="02020603050405020304" pitchFamily="18" charset="0"/>
                <a:hlinkClick r:id="rId10"/>
              </a:rPr>
              <a:t>https://spring.io/projects/spring-security</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1435680" y="206010"/>
            <a:ext cx="7497720" cy="856980"/>
          </a:xfrm>
          <a:prstGeom prst="rect">
            <a:avLst/>
          </a:prstGeom>
          <a:noFill/>
          <a:ln>
            <a:noFill/>
          </a:ln>
        </p:spPr>
        <p:txBody>
          <a:bodyPr lIns="90000" tIns="45000" rIns="90000" bIns="45000" anchor="ctr">
            <a:noAutofit/>
          </a:bodyPr>
          <a:lstStyle/>
          <a:p>
            <a:endParaRPr lang="en-US" sz="1800" b="0" strike="noStrike" spc="-1">
              <a:solidFill>
                <a:srgbClr val="000000"/>
              </a:solidFill>
              <a:latin typeface="Gill Sans MT"/>
            </a:endParaRPr>
          </a:p>
        </p:txBody>
      </p:sp>
      <p:sp>
        <p:nvSpPr>
          <p:cNvPr id="125" name="TextShape 2"/>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087FA15C-8669-41A7-83ED-7B46D054D84B}" type="slidenum">
              <a:rPr lang="en-IN" sz="1200" b="0" strike="noStrike" spc="-1">
                <a:solidFill>
                  <a:srgbClr val="B5A989"/>
                </a:solidFill>
                <a:latin typeface="Gill Sans MT"/>
              </a:rPr>
              <a:pPr algn="ctr">
                <a:lnSpc>
                  <a:spcPct val="100000"/>
                </a:lnSpc>
              </a:pPr>
              <a:t>24</a:t>
            </a:fld>
            <a:endParaRPr lang="en-IN" sz="1200" b="0" strike="noStrike" spc="-1">
              <a:latin typeface="Times New Roman"/>
            </a:endParaRPr>
          </a:p>
        </p:txBody>
      </p:sp>
      <p:sp>
        <p:nvSpPr>
          <p:cNvPr id="1026" name="AutoShape 2" descr="Happy National Thank You Day! - Inventionla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appy National Thank You Day! - Inventionla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Happy National Thank You Day! - Inventionland"/>
          <p:cNvPicPr>
            <a:picLocks noChangeAspect="1" noChangeArrowheads="1"/>
          </p:cNvPicPr>
          <p:nvPr/>
        </p:nvPicPr>
        <p:blipFill>
          <a:blip r:embed="rId2" cstate="print">
            <a:duotone>
              <a:schemeClr val="accent2">
                <a:shade val="45000"/>
                <a:satMod val="135000"/>
              </a:schemeClr>
              <a:prstClr val="white"/>
            </a:duotone>
          </a:blip>
          <a:srcRect/>
          <a:stretch>
            <a:fillRect/>
          </a:stretch>
        </p:blipFill>
        <p:spPr bwMode="auto">
          <a:xfrm>
            <a:off x="2483768" y="1613143"/>
            <a:ext cx="4320480" cy="1606679"/>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ln w="444500" cap="sq">
            <a:solidFill>
              <a:srgbClr val="FFFFFF"/>
            </a:solidFill>
            <a:miter lim="800000"/>
          </a:ln>
          <a:effectLst>
            <a:outerShdw blurRad="254000" dist="190500" dir="2700000" sy="90000" algn="bl" rotWithShape="0">
              <a:srgbClr val="000000">
                <a:alpha val="40000"/>
              </a:srgbClr>
            </a:outerShdw>
          </a:effectLst>
        </p:spPr>
      </p:pic>
    </p:spTree>
  </p:cSld>
  <p:clrMapOvr>
    <a:masterClrMapping/>
  </p:clrMapOvr>
</p:sld>
</file>

<file path=ppt/theme/_rels/theme6.xml.rels><?xml version="1.0" encoding="UTF-8" standalone="yes"?>
<Relationships xmlns="http://schemas.openxmlformats.org/package/2006/relationships"><Relationship Id="rId1" Type="http://schemas.openxmlformats.org/officeDocument/2006/relationships/image" Target="../media/image38.jpeg"/></Relationships>
</file>

<file path=ppt/theme/theme1.xml><?xml version="1.0" encoding="utf-8"?>
<a:theme xmlns:a="http://schemas.openxmlformats.org/drawingml/2006/main" name="Minimalist Aesthetics Business Plan XL by Slidesgo">
  <a:themeElements>
    <a:clrScheme name="Simple Light">
      <a:dk1>
        <a:srgbClr val="01083A"/>
      </a:dk1>
      <a:lt1>
        <a:srgbClr val="E5E8FF"/>
      </a:lt1>
      <a:dk2>
        <a:srgbClr val="B9C2FF"/>
      </a:dk2>
      <a:lt2>
        <a:srgbClr val="97A4FF"/>
      </a:lt2>
      <a:accent1>
        <a:srgbClr val="233294"/>
      </a:accent1>
      <a:accent2>
        <a:srgbClr val="FFFFFF"/>
      </a:accent2>
      <a:accent3>
        <a:srgbClr val="FFFFFF"/>
      </a:accent3>
      <a:accent4>
        <a:srgbClr val="FFFFFF"/>
      </a:accent4>
      <a:accent5>
        <a:srgbClr val="FFFFFF"/>
      </a:accent5>
      <a:accent6>
        <a:srgbClr val="FFFFFF"/>
      </a:accent6>
      <a:hlink>
        <a:srgbClr val="0108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ustom Design - PresentationGO">
  <a:themeElements>
    <a:clrScheme name="PGO-105">
      <a:dk1>
        <a:srgbClr val="2B323B"/>
      </a:dk1>
      <a:lt1>
        <a:sysClr val="window" lastClr="FFFFFF"/>
      </a:lt1>
      <a:dk2>
        <a:srgbClr val="5D686E"/>
      </a:dk2>
      <a:lt2>
        <a:srgbClr val="E7E6E6"/>
      </a:lt2>
      <a:accent1>
        <a:srgbClr val="33CAFF"/>
      </a:accent1>
      <a:accent2>
        <a:srgbClr val="4C8BFD"/>
      </a:accent2>
      <a:accent3>
        <a:srgbClr val="F6F7FC"/>
      </a:accent3>
      <a:accent4>
        <a:srgbClr val="BFCBD9"/>
      </a:accent4>
      <a:accent5>
        <a:srgbClr val="4C8BFD"/>
      </a:accent5>
      <a:accent6>
        <a:srgbClr val="4C8BFD"/>
      </a:accent6>
      <a:hlink>
        <a:srgbClr val="33CAFF"/>
      </a:hlink>
      <a:folHlink>
        <a:srgbClr val="33CA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78B1EDBC-4A95-4303-94E3-B14C14EBEA23}"/>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8E044A80-51C6-4156-9123-ACBB6F9A67F4}"/>
    </a:ext>
  </a:extLst>
</a:theme>
</file>

<file path=ppt/theme/theme6.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752</TotalTime>
  <Words>1660</Words>
  <Application>Microsoft Office PowerPoint</Application>
  <PresentationFormat>On-screen Show (16:9)</PresentationFormat>
  <Paragraphs>149</Paragraphs>
  <Slides>24</Slides>
  <Notes>0</Notes>
  <HiddenSlides>0</HiddenSlides>
  <MMClips>0</MMClips>
  <ScaleCrop>false</ScaleCrop>
  <HeadingPairs>
    <vt:vector size="6" baseType="variant">
      <vt:variant>
        <vt:lpstr>Fonts Used</vt:lpstr>
      </vt:variant>
      <vt:variant>
        <vt:i4>16</vt:i4>
      </vt:variant>
      <vt:variant>
        <vt:lpstr>Theme</vt:lpstr>
      </vt:variant>
      <vt:variant>
        <vt:i4>6</vt:i4>
      </vt:variant>
      <vt:variant>
        <vt:lpstr>Slide Titles</vt:lpstr>
      </vt:variant>
      <vt:variant>
        <vt:i4>24</vt:i4>
      </vt:variant>
    </vt:vector>
  </HeadingPairs>
  <TitlesOfParts>
    <vt:vector size="46" baseType="lpstr">
      <vt:lpstr>Anaheim</vt:lpstr>
      <vt:lpstr>Anton</vt:lpstr>
      <vt:lpstr>Arial</vt:lpstr>
      <vt:lpstr>Bebas Neue</vt:lpstr>
      <vt:lpstr>Calibri</vt:lpstr>
      <vt:lpstr>Calibri Light</vt:lpstr>
      <vt:lpstr>Cardo</vt:lpstr>
      <vt:lpstr>Fira Sans</vt:lpstr>
      <vt:lpstr>Gill Sans MT</vt:lpstr>
      <vt:lpstr>Josefin Sans</vt:lpstr>
      <vt:lpstr>Open Sans</vt:lpstr>
      <vt:lpstr>Proxima Nova</vt:lpstr>
      <vt:lpstr>Proxima Nova Semibold</vt:lpstr>
      <vt:lpstr>Quicksand</vt:lpstr>
      <vt:lpstr>Roboto Condensed Light</vt:lpstr>
      <vt:lpstr>Times New Roman</vt:lpstr>
      <vt:lpstr>Minimalist Aesthetics Business Plan XL by Slidesgo</vt:lpstr>
      <vt:lpstr>Slidesgo Final Pages</vt:lpstr>
      <vt:lpstr>1_Slidesgo Final Pages</vt:lpstr>
      <vt:lpstr>1_Custom Design - PresentationGO</vt:lpstr>
      <vt:lpstr>Custom Design</vt:lpstr>
      <vt:lpstr>Clarity</vt:lpstr>
      <vt:lpstr>PowerPoint Presentation</vt:lpstr>
      <vt:lpstr>PowerPoint Presentation</vt:lpstr>
      <vt:lpstr> Introduction contd.. </vt:lpstr>
      <vt:lpstr> Introduction contd.. </vt:lpstr>
      <vt:lpstr>PowerPoint Presentation</vt:lpstr>
      <vt:lpstr>Literature Survey Contd..</vt:lpstr>
      <vt:lpstr>PowerPoint Presentation</vt:lpstr>
      <vt:lpstr>PowerPoint Presentation</vt:lpstr>
      <vt:lpstr>PowerPoint Presentation</vt:lpstr>
      <vt:lpstr> Experimentation and Results </vt:lpstr>
      <vt:lpstr> Experimentation and Results Contd.. </vt:lpstr>
      <vt:lpstr> Experimentation and Results Contd.. </vt:lpstr>
      <vt:lpstr> Experimentation and Results Contd.. </vt:lpstr>
      <vt:lpstr> Experimentation and Results Contd.. </vt:lpstr>
      <vt:lpstr>PowerPoint Presentation</vt:lpstr>
      <vt:lpstr>PowerPoint Presentation</vt:lpstr>
      <vt:lpstr>ScreenShots </vt:lpstr>
      <vt:lpstr>PowerPoint Presentation</vt:lpstr>
      <vt:lpstr>PowerPoint Presentation</vt:lpstr>
      <vt:lpstr>PowerPoint Presentation</vt:lpstr>
      <vt:lpstr>PowerPoint Presentation</vt:lpstr>
      <vt:lpstr>PowerPoint Presentation</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Lakshmisree Panigrahi</dc:creator>
  <cp:lastModifiedBy>swoyam mohanty</cp:lastModifiedBy>
  <cp:revision>78</cp:revision>
  <dcterms:created xsi:type="dcterms:W3CDTF">2023-04-24T05:50:18Z</dcterms:created>
  <dcterms:modified xsi:type="dcterms:W3CDTF">2024-12-23T07:58:08Z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