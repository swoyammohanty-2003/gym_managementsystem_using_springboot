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6" r:id="rId3"/>
    <p:sldId id="267" r:id="rId4"/>
    <p:sldId id="257" r:id="rId5"/>
    <p:sldId id="258" r:id="rId6"/>
    <p:sldId id="259" r:id="rId7"/>
    <p:sldId id="261" r:id="rId8"/>
    <p:sldId id="260" r:id="rId9"/>
    <p:sldId id="262" r:id="rId10"/>
    <p:sldId id="265" r:id="rId11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Raj" userId="8c268ee99ab2b7bb" providerId="LiveId" clId="{04D43A84-B0A3-422E-8B56-230B8074815F}"/>
    <pc:docChg chg="undo custSel modSld">
      <pc:chgData name="Aditya Raj" userId="8c268ee99ab2b7bb" providerId="LiveId" clId="{04D43A84-B0A3-422E-8B56-230B8074815F}" dt="2024-07-31T12:54:38.313" v="34" actId="20577"/>
      <pc:docMkLst>
        <pc:docMk/>
      </pc:docMkLst>
      <pc:sldChg chg="modSp mod">
        <pc:chgData name="Aditya Raj" userId="8c268ee99ab2b7bb" providerId="LiveId" clId="{04D43A84-B0A3-422E-8B56-230B8074815F}" dt="2024-07-31T12:48:53.988" v="1" actId="1076"/>
        <pc:sldMkLst>
          <pc:docMk/>
          <pc:sldMk cId="0" sldId="265"/>
        </pc:sldMkLst>
        <pc:picChg chg="mod">
          <ac:chgData name="Aditya Raj" userId="8c268ee99ab2b7bb" providerId="LiveId" clId="{04D43A84-B0A3-422E-8B56-230B8074815F}" dt="2024-07-31T12:48:53.988" v="1" actId="1076"/>
          <ac:picMkLst>
            <pc:docMk/>
            <pc:sldMk cId="0" sldId="265"/>
            <ac:picMk id="9" creationId="{0CCD0EDB-8DCC-FBE3-016C-3AAE11E0BDEA}"/>
          </ac:picMkLst>
        </pc:picChg>
      </pc:sldChg>
      <pc:sldChg chg="modSp mod">
        <pc:chgData name="Aditya Raj" userId="8c268ee99ab2b7bb" providerId="LiveId" clId="{04D43A84-B0A3-422E-8B56-230B8074815F}" dt="2024-07-31T12:54:38.313" v="34" actId="20577"/>
        <pc:sldMkLst>
          <pc:docMk/>
          <pc:sldMk cId="2572091954" sldId="267"/>
        </pc:sldMkLst>
        <pc:spChg chg="mod">
          <ac:chgData name="Aditya Raj" userId="8c268ee99ab2b7bb" providerId="LiveId" clId="{04D43A84-B0A3-422E-8B56-230B8074815F}" dt="2024-07-31T12:54:38.313" v="34" actId="20577"/>
          <ac:spMkLst>
            <pc:docMk/>
            <pc:sldMk cId="2572091954" sldId="267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590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691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1741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729" y="2341602"/>
            <a:ext cx="4868942" cy="354627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50437" y="1720096"/>
            <a:ext cx="7415927" cy="21293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8384"/>
              </a:lnSpc>
              <a:buNone/>
            </a:pPr>
            <a:r>
              <a:rPr lang="en-US" sz="6707" kern="0" spc="-67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Online Gym Management System</a:t>
            </a:r>
            <a:endParaRPr lang="en-US" sz="6707" dirty="0"/>
          </a:p>
        </p:txBody>
      </p:sp>
      <p:sp>
        <p:nvSpPr>
          <p:cNvPr id="7" name="Text 3"/>
          <p:cNvSpPr/>
          <p:nvPr/>
        </p:nvSpPr>
        <p:spPr>
          <a:xfrm>
            <a:off x="6350437" y="4219694"/>
            <a:ext cx="7415927" cy="15801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kern="0" spc="-39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Welcome to the Online Gym Management System, a user-friendly platform designed to streamline gym booking operations and enhance customer experience. This presentation will outline the key features and functionalities of the system.</a:t>
            </a:r>
            <a:endParaRPr lang="en-US" sz="1944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7D5E9A-B8AB-73C5-7987-76FE87F1B2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0" y="196770"/>
            <a:ext cx="2639028" cy="24728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248" y="0"/>
            <a:ext cx="5486400" cy="8229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867066" y="1855271"/>
            <a:ext cx="6937177" cy="77152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r">
              <a:lnSpc>
                <a:spcPts val="6075"/>
              </a:lnSpc>
              <a:buNone/>
            </a:pPr>
            <a:r>
              <a:rPr lang="en-US" sz="4860" kern="0" spc="-49" dirty="0">
                <a:solidFill>
                  <a:schemeClr val="tx2">
                    <a:lumMod val="60000"/>
                    <a:lumOff val="40000"/>
                  </a:schemeClr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Team Members</a:t>
            </a:r>
            <a:endParaRPr lang="en-US" sz="486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 3"/>
          <p:cNvSpPr/>
          <p:nvPr/>
        </p:nvSpPr>
        <p:spPr>
          <a:xfrm>
            <a:off x="5697148" y="3008629"/>
            <a:ext cx="7415927" cy="19752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571500" indent="-571500" algn="l">
              <a:lnSpc>
                <a:spcPts val="4479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hakra Petch"/>
              </a:rPr>
              <a:t>Saugat Mohanty - 2141013224</a:t>
            </a:r>
          </a:p>
          <a:p>
            <a:pPr marL="571500" indent="-571500" algn="l">
              <a:lnSpc>
                <a:spcPts val="4479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  <a:latin typeface="Chakra Petch"/>
              </a:rPr>
              <a:t>Ronik</a:t>
            </a:r>
            <a:r>
              <a:rPr lang="en-US" sz="2000" dirty="0">
                <a:solidFill>
                  <a:schemeClr val="bg1"/>
                </a:solidFill>
                <a:latin typeface="Chakra Petch"/>
              </a:rPr>
              <a:t> Kumar Das - 2141004063</a:t>
            </a:r>
          </a:p>
          <a:p>
            <a:pPr marL="571500" indent="-571500" algn="l">
              <a:lnSpc>
                <a:spcPts val="4479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hakra Petch"/>
              </a:rPr>
              <a:t>Ankit Mishra - 2141013145 </a:t>
            </a:r>
          </a:p>
          <a:p>
            <a:pPr marL="571500" indent="-571500" algn="l">
              <a:lnSpc>
                <a:spcPts val="4479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  <a:latin typeface="Chakra Petch"/>
              </a:rPr>
              <a:t>Swoyam</a:t>
            </a:r>
            <a:r>
              <a:rPr lang="en-US" sz="2000" dirty="0">
                <a:solidFill>
                  <a:schemeClr val="bg1"/>
                </a:solidFill>
                <a:latin typeface="Chakra Petch"/>
              </a:rPr>
              <a:t> Prakash Mohanty - 2141013226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511D6F3-D671-1996-AE96-7C28E9968B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184" y="2626797"/>
            <a:ext cx="5056034" cy="32565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FFFC0DA-2DDB-5697-4069-69372AF775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7921" y="2455131"/>
            <a:ext cx="3086775" cy="2892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235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Text 2"/>
          <p:cNvSpPr/>
          <p:nvPr/>
        </p:nvSpPr>
        <p:spPr>
          <a:xfrm>
            <a:off x="864037" y="691753"/>
            <a:ext cx="6937177" cy="77152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6075"/>
              </a:lnSpc>
              <a:buNone/>
            </a:pPr>
            <a:r>
              <a:rPr lang="en-US" sz="4860" kern="0" spc="-49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Technology</a:t>
            </a:r>
            <a:endParaRPr lang="en-US" sz="4860" dirty="0"/>
          </a:p>
        </p:txBody>
      </p:sp>
      <p:sp>
        <p:nvSpPr>
          <p:cNvPr id="7" name="Text 3"/>
          <p:cNvSpPr/>
          <p:nvPr/>
        </p:nvSpPr>
        <p:spPr>
          <a:xfrm>
            <a:off x="522515" y="1913658"/>
            <a:ext cx="8039594" cy="19752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3000" b="1" kern="0" spc="-39" dirty="0">
                <a:solidFill>
                  <a:schemeClr val="accent1">
                    <a:lumMod val="60000"/>
                    <a:lumOff val="40000"/>
                  </a:schemeClr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Front-end       :    </a:t>
            </a:r>
            <a:r>
              <a:rPr lang="en-US" sz="3000" kern="0" spc="-39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Java Server Pages , CSS ,   </a:t>
            </a:r>
          </a:p>
          <a:p>
            <a:pPr>
              <a:lnSpc>
                <a:spcPts val="3110"/>
              </a:lnSpc>
            </a:pPr>
            <a:r>
              <a:rPr lang="en-US" sz="3000" kern="0" spc="-39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                           JavaScript.</a:t>
            </a:r>
          </a:p>
          <a:p>
            <a:pPr>
              <a:lnSpc>
                <a:spcPts val="3110"/>
              </a:lnSpc>
            </a:pPr>
            <a:endParaRPr lang="en-US" sz="3000" kern="0" spc="-39" dirty="0">
              <a:solidFill>
                <a:srgbClr val="E0D6DE"/>
              </a:solidFill>
              <a:latin typeface="Fira Sans" pitchFamily="34" charset="0"/>
              <a:ea typeface="Fira Sans" pitchFamily="34" charset="-122"/>
              <a:cs typeface="Fira Sans" pitchFamily="34" charset="-120"/>
            </a:endParaRPr>
          </a:p>
          <a:p>
            <a:pPr marL="0" indent="0">
              <a:lnSpc>
                <a:spcPts val="3110"/>
              </a:lnSpc>
              <a:buNone/>
            </a:pPr>
            <a:r>
              <a:rPr lang="en-US" sz="3000" b="1" kern="0" spc="-39" dirty="0">
                <a:solidFill>
                  <a:schemeClr val="accent1">
                    <a:lumMod val="60000"/>
                    <a:lumOff val="40000"/>
                  </a:schemeClr>
                </a:solidFill>
                <a:latin typeface="Fira Sans" pitchFamily="34" charset="0"/>
              </a:rPr>
              <a:t>Back-end        :   </a:t>
            </a:r>
            <a:r>
              <a:rPr lang="en-US" sz="3000" kern="0" spc="-39" dirty="0">
                <a:solidFill>
                  <a:srgbClr val="E0D6DE"/>
                </a:solidFill>
                <a:latin typeface="Fira Sans" pitchFamily="34" charset="0"/>
              </a:rPr>
              <a:t>Spring boot , Spring data JPA ,</a:t>
            </a:r>
          </a:p>
          <a:p>
            <a:pPr>
              <a:lnSpc>
                <a:spcPts val="3110"/>
              </a:lnSpc>
            </a:pPr>
            <a:r>
              <a:rPr lang="en-US" sz="3000" kern="0" spc="-39" dirty="0">
                <a:solidFill>
                  <a:srgbClr val="E0D6DE"/>
                </a:solidFill>
                <a:latin typeface="Fira Sans" pitchFamily="34" charset="0"/>
              </a:rPr>
              <a:t>                           Spring MVC, Spring Security.</a:t>
            </a:r>
          </a:p>
          <a:p>
            <a:pPr>
              <a:lnSpc>
                <a:spcPts val="3110"/>
              </a:lnSpc>
            </a:pPr>
            <a:endParaRPr lang="en-US" sz="3000" kern="0" spc="-39" dirty="0">
              <a:solidFill>
                <a:srgbClr val="E0D6DE"/>
              </a:solidFill>
              <a:latin typeface="Fira Sans" pitchFamily="34" charset="0"/>
            </a:endParaRPr>
          </a:p>
          <a:p>
            <a:pPr marL="0" indent="0">
              <a:lnSpc>
                <a:spcPts val="3110"/>
              </a:lnSpc>
              <a:buNone/>
            </a:pPr>
            <a:r>
              <a:rPr lang="en-US" sz="3000" b="1" kern="0" spc="-39" dirty="0">
                <a:solidFill>
                  <a:schemeClr val="accent1">
                    <a:lumMod val="60000"/>
                    <a:lumOff val="40000"/>
                  </a:schemeClr>
                </a:solidFill>
                <a:latin typeface="Fira Sans" pitchFamily="34" charset="0"/>
              </a:rPr>
              <a:t>Database        :   </a:t>
            </a:r>
            <a:r>
              <a:rPr lang="en-US" sz="3000" kern="0" spc="-39" dirty="0">
                <a:solidFill>
                  <a:srgbClr val="E0D6DE"/>
                </a:solidFill>
                <a:latin typeface="Fira Sans" pitchFamily="34" charset="0"/>
              </a:rPr>
              <a:t>MySQL.</a:t>
            </a:r>
          </a:p>
          <a:p>
            <a:pPr marL="0" indent="0">
              <a:lnSpc>
                <a:spcPts val="3110"/>
              </a:lnSpc>
              <a:buNone/>
            </a:pPr>
            <a:endParaRPr lang="en-US" sz="3000" kern="0" spc="-39" dirty="0">
              <a:solidFill>
                <a:srgbClr val="E0D6DE"/>
              </a:solidFill>
              <a:latin typeface="Fira Sans" pitchFamily="34" charset="0"/>
            </a:endParaRPr>
          </a:p>
          <a:p>
            <a:pPr marL="0" indent="0">
              <a:lnSpc>
                <a:spcPts val="3110"/>
              </a:lnSpc>
              <a:buNone/>
            </a:pPr>
            <a:r>
              <a:rPr lang="en-US" sz="3000" b="1" kern="0" spc="-39" dirty="0">
                <a:solidFill>
                  <a:schemeClr val="accent1">
                    <a:lumMod val="60000"/>
                    <a:lumOff val="40000"/>
                  </a:schemeClr>
                </a:solidFill>
                <a:latin typeface="Fira Sans" pitchFamily="34" charset="0"/>
              </a:rPr>
              <a:t>IDE                    :    </a:t>
            </a:r>
            <a:r>
              <a:rPr lang="en-US" sz="3000" kern="0" spc="-39" dirty="0">
                <a:solidFill>
                  <a:srgbClr val="E0D6DE"/>
                </a:solidFill>
                <a:latin typeface="Fira Sans" pitchFamily="34" charset="0"/>
              </a:rPr>
              <a:t>Eclipse ide for enterprise java </a:t>
            </a:r>
          </a:p>
          <a:p>
            <a:pPr marL="0" indent="0">
              <a:lnSpc>
                <a:spcPts val="3110"/>
              </a:lnSpc>
              <a:buNone/>
            </a:pPr>
            <a:r>
              <a:rPr lang="en-US" sz="3000" kern="0" spc="-39" dirty="0">
                <a:solidFill>
                  <a:srgbClr val="E0D6DE"/>
                </a:solidFill>
                <a:latin typeface="Fira Sans" pitchFamily="34" charset="0"/>
              </a:rPr>
              <a:t>                            and web developers.</a:t>
            </a:r>
          </a:p>
          <a:p>
            <a:pPr marL="0" indent="0">
              <a:lnSpc>
                <a:spcPts val="3110"/>
              </a:lnSpc>
              <a:buNone/>
            </a:pPr>
            <a:endParaRPr lang="en-US" sz="3000" kern="0" spc="-39" dirty="0">
              <a:solidFill>
                <a:srgbClr val="E0D6DE"/>
              </a:solidFill>
              <a:latin typeface="Fira Sans" pitchFamily="34" charset="0"/>
            </a:endParaRPr>
          </a:p>
          <a:p>
            <a:pPr marL="0" indent="0">
              <a:lnSpc>
                <a:spcPts val="3110"/>
              </a:lnSpc>
              <a:buNone/>
            </a:pPr>
            <a:r>
              <a:rPr lang="en-US" sz="3000" b="1" kern="0" spc="-39" dirty="0">
                <a:solidFill>
                  <a:schemeClr val="accent1">
                    <a:lumMod val="60000"/>
                    <a:lumOff val="40000"/>
                  </a:schemeClr>
                </a:solidFill>
                <a:latin typeface="Fira Sans" pitchFamily="34" charset="0"/>
              </a:rPr>
              <a:t>Web Server    :    </a:t>
            </a:r>
            <a:r>
              <a:rPr lang="en-US" sz="3000" kern="0" spc="-39" dirty="0">
                <a:solidFill>
                  <a:srgbClr val="E0D6DE"/>
                </a:solidFill>
                <a:latin typeface="Fira Sans" pitchFamily="34" charset="0"/>
              </a:rPr>
              <a:t>Tomcat</a:t>
            </a:r>
            <a:endParaRPr lang="en-US" sz="3000" dirty="0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BA8236F-5FBB-3F6C-272A-84962B55521B}"/>
              </a:ext>
            </a:extLst>
          </p:cNvPr>
          <p:cNvSpPr/>
          <p:nvPr/>
        </p:nvSpPr>
        <p:spPr>
          <a:xfrm>
            <a:off x="8769926" y="0"/>
            <a:ext cx="5860473" cy="8229600"/>
          </a:xfrm>
          <a:custGeom>
            <a:avLst/>
            <a:gdLst/>
            <a:ahLst/>
            <a:cxnLst/>
            <a:rect l="l" t="t" r="r" b="b"/>
            <a:pathLst>
              <a:path w="11453776" h="10287000">
                <a:moveTo>
                  <a:pt x="0" y="0"/>
                </a:moveTo>
                <a:lnTo>
                  <a:pt x="11453776" y="0"/>
                </a:lnTo>
                <a:lnTo>
                  <a:pt x="1145377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9750"/>
            </a:stretch>
          </a:blipFill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091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64037" y="2203013"/>
            <a:ext cx="6172200" cy="77152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6075"/>
              </a:lnSpc>
              <a:buNone/>
            </a:pPr>
            <a:r>
              <a:rPr lang="en-US" sz="4860" kern="0" spc="-49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Admin Dashboard</a:t>
            </a:r>
            <a:endParaRPr lang="en-US" sz="4860" dirty="0"/>
          </a:p>
        </p:txBody>
      </p:sp>
      <p:sp>
        <p:nvSpPr>
          <p:cNvPr id="5" name="Text 3"/>
          <p:cNvSpPr/>
          <p:nvPr/>
        </p:nvSpPr>
        <p:spPr>
          <a:xfrm>
            <a:off x="864037" y="3591639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430" kern="0" spc="-24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Gym Item Management</a:t>
            </a:r>
            <a:endParaRPr lang="en-US" sz="2430" dirty="0"/>
          </a:p>
        </p:txBody>
      </p:sp>
      <p:sp>
        <p:nvSpPr>
          <p:cNvPr id="6" name="Text 4"/>
          <p:cNvSpPr/>
          <p:nvPr/>
        </p:nvSpPr>
        <p:spPr>
          <a:xfrm>
            <a:off x="864037" y="4224218"/>
            <a:ext cx="3898821" cy="15801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kern="0" spc="-39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Add new gym items to the system.  View a list of all gym items.   Update existing gym items.</a:t>
            </a:r>
            <a:endParaRPr lang="en-US" sz="1944" dirty="0"/>
          </a:p>
        </p:txBody>
      </p:sp>
      <p:sp>
        <p:nvSpPr>
          <p:cNvPr id="7" name="Text 5"/>
          <p:cNvSpPr/>
          <p:nvPr/>
        </p:nvSpPr>
        <p:spPr>
          <a:xfrm>
            <a:off x="5372695" y="3591639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430" kern="0" spc="-24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Timing Slot Management</a:t>
            </a:r>
            <a:endParaRPr lang="en-US" sz="2430" dirty="0"/>
          </a:p>
        </p:txBody>
      </p:sp>
      <p:sp>
        <p:nvSpPr>
          <p:cNvPr id="8" name="Text 6"/>
          <p:cNvSpPr/>
          <p:nvPr/>
        </p:nvSpPr>
        <p:spPr>
          <a:xfrm>
            <a:off x="5372695" y="4224218"/>
            <a:ext cx="3898821" cy="11851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kern="0" spc="-39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Schedule and manage gym slot timings.  </a:t>
            </a:r>
          </a:p>
          <a:p>
            <a:pPr marL="0" indent="0">
              <a:lnSpc>
                <a:spcPts val="3110"/>
              </a:lnSpc>
              <a:buNone/>
            </a:pPr>
            <a:r>
              <a:rPr lang="en-US" sz="1944" kern="0" spc="-39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View, update, and cancel slot bookings.</a:t>
            </a:r>
            <a:endParaRPr lang="en-US" sz="1944" dirty="0"/>
          </a:p>
        </p:txBody>
      </p:sp>
      <p:sp>
        <p:nvSpPr>
          <p:cNvPr id="9" name="Text 7"/>
          <p:cNvSpPr/>
          <p:nvPr/>
        </p:nvSpPr>
        <p:spPr>
          <a:xfrm>
            <a:off x="9881354" y="3591639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430" kern="0" spc="-24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Customer Management</a:t>
            </a:r>
            <a:endParaRPr lang="en-US" sz="2430" dirty="0"/>
          </a:p>
        </p:txBody>
      </p:sp>
      <p:sp>
        <p:nvSpPr>
          <p:cNvPr id="10" name="Text 8"/>
          <p:cNvSpPr/>
          <p:nvPr/>
        </p:nvSpPr>
        <p:spPr>
          <a:xfrm>
            <a:off x="9881354" y="4224218"/>
            <a:ext cx="3898821" cy="15801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kern="0" spc="-39" dirty="0">
                <a:solidFill>
                  <a:srgbClr val="E0D6DE"/>
                </a:solidFill>
                <a:latin typeface="Fira Sans" pitchFamily="34" charset="0"/>
              </a:rPr>
              <a:t>View customers feedbacks.</a:t>
            </a:r>
          </a:p>
          <a:p>
            <a:pPr marL="0" indent="0">
              <a:lnSpc>
                <a:spcPts val="3110"/>
              </a:lnSpc>
              <a:buNone/>
            </a:pPr>
            <a:r>
              <a:rPr lang="en-US" sz="1944" kern="0" spc="-39" dirty="0">
                <a:solidFill>
                  <a:srgbClr val="E0D6DE"/>
                </a:solidFill>
                <a:latin typeface="Fira Sans" pitchFamily="34" charset="0"/>
              </a:rPr>
              <a:t>Delete customers.</a:t>
            </a:r>
            <a:endParaRPr lang="en-US" sz="194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20782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2"/>
          <p:cNvSpPr/>
          <p:nvPr/>
        </p:nvSpPr>
        <p:spPr>
          <a:xfrm>
            <a:off x="4054167" y="230772"/>
            <a:ext cx="6204466" cy="60733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4782"/>
              </a:lnSpc>
              <a:buNone/>
            </a:pPr>
            <a:r>
              <a:rPr lang="en-US" sz="3826" kern="0" spc="-38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Adding and Modifying Gym Items</a:t>
            </a:r>
            <a:endParaRPr lang="en-US" sz="3826" dirty="0"/>
          </a:p>
        </p:txBody>
      </p:sp>
      <p:sp>
        <p:nvSpPr>
          <p:cNvPr id="6" name="Shape 3"/>
          <p:cNvSpPr/>
          <p:nvPr/>
        </p:nvSpPr>
        <p:spPr>
          <a:xfrm>
            <a:off x="2232629" y="2245520"/>
            <a:ext cx="437198" cy="437198"/>
          </a:xfrm>
          <a:prstGeom prst="roundRect">
            <a:avLst>
              <a:gd name="adj" fmla="val 8001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2373205" y="2307991"/>
            <a:ext cx="93464" cy="29146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295"/>
              </a:lnSpc>
              <a:buNone/>
            </a:pPr>
            <a:r>
              <a:rPr lang="en-US" sz="2295" kern="0" spc="-23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</a:t>
            </a:r>
            <a:endParaRPr lang="en-US" sz="2295" dirty="0"/>
          </a:p>
        </p:txBody>
      </p:sp>
      <p:sp>
        <p:nvSpPr>
          <p:cNvPr id="8" name="Text 5"/>
          <p:cNvSpPr/>
          <p:nvPr/>
        </p:nvSpPr>
        <p:spPr>
          <a:xfrm>
            <a:off x="1382086" y="1107938"/>
            <a:ext cx="2429232" cy="30360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391"/>
              </a:lnSpc>
              <a:buNone/>
            </a:pPr>
            <a:r>
              <a:rPr lang="en-US" sz="1913" kern="0" spc="-19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Item Details</a:t>
            </a:r>
            <a:endParaRPr lang="en-US" sz="1913" dirty="0"/>
          </a:p>
        </p:txBody>
      </p:sp>
      <p:sp>
        <p:nvSpPr>
          <p:cNvPr id="9" name="Text 6"/>
          <p:cNvSpPr/>
          <p:nvPr/>
        </p:nvSpPr>
        <p:spPr>
          <a:xfrm>
            <a:off x="50546" y="1611241"/>
            <a:ext cx="4822150" cy="31087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448"/>
              </a:lnSpc>
              <a:buNone/>
            </a:pPr>
            <a:r>
              <a:rPr lang="en-US" sz="1530" kern="0" spc="-3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Admin can enter gym item name and Total seats.</a:t>
            </a:r>
            <a:endParaRPr lang="en-US" sz="1530" dirty="0"/>
          </a:p>
        </p:txBody>
      </p:sp>
      <p:sp>
        <p:nvSpPr>
          <p:cNvPr id="11" name="Text 8"/>
          <p:cNvSpPr/>
          <p:nvPr/>
        </p:nvSpPr>
        <p:spPr>
          <a:xfrm>
            <a:off x="7244477" y="5633085"/>
            <a:ext cx="141208" cy="29146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295"/>
              </a:lnSpc>
              <a:buNone/>
            </a:pPr>
            <a:endParaRPr lang="en-US" sz="2295" dirty="0"/>
          </a:p>
        </p:txBody>
      </p:sp>
      <p:sp>
        <p:nvSpPr>
          <p:cNvPr id="14" name="Shape 11"/>
          <p:cNvSpPr/>
          <p:nvPr/>
        </p:nvSpPr>
        <p:spPr>
          <a:xfrm>
            <a:off x="12135300" y="2245520"/>
            <a:ext cx="437198" cy="437198"/>
          </a:xfrm>
          <a:prstGeom prst="roundRect">
            <a:avLst>
              <a:gd name="adj" fmla="val 8001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12266389" y="2307989"/>
            <a:ext cx="141208" cy="29146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295"/>
              </a:lnSpc>
              <a:buNone/>
            </a:pPr>
            <a:r>
              <a:rPr lang="en-US" sz="2295" kern="0" spc="-23" dirty="0">
                <a:solidFill>
                  <a:srgbClr val="E0D6DE"/>
                </a:solidFill>
                <a:latin typeface="Anton" pitchFamily="34" charset="0"/>
              </a:rPr>
              <a:t>3</a:t>
            </a:r>
            <a:endParaRPr lang="en-US" sz="2295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852F91AE-E54E-515E-D6C2-77622F3D4C5C}"/>
              </a:ext>
            </a:extLst>
          </p:cNvPr>
          <p:cNvSpPr/>
          <p:nvPr/>
        </p:nvSpPr>
        <p:spPr>
          <a:xfrm>
            <a:off x="11156492" y="1104056"/>
            <a:ext cx="2429232" cy="30360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391"/>
              </a:lnSpc>
              <a:buNone/>
            </a:pPr>
            <a:r>
              <a:rPr lang="en-US" sz="1913" kern="0" spc="-19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Edit Item Details</a:t>
            </a:r>
            <a:endParaRPr lang="en-US" sz="1913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CE69A772-D449-A6EB-1250-D931F271C6D0}"/>
              </a:ext>
            </a:extLst>
          </p:cNvPr>
          <p:cNvSpPr/>
          <p:nvPr/>
        </p:nvSpPr>
        <p:spPr>
          <a:xfrm>
            <a:off x="10178229" y="1611241"/>
            <a:ext cx="4822150" cy="31087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448"/>
              </a:lnSpc>
              <a:buNone/>
            </a:pPr>
            <a:r>
              <a:rPr lang="en-US" sz="1530" kern="0" spc="-3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Admin can edit gym item details.</a:t>
            </a:r>
            <a:endParaRPr lang="en-US" sz="1530" dirty="0"/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55207DF6-8540-702A-5DC7-5B7BFAEAFE49}"/>
              </a:ext>
            </a:extLst>
          </p:cNvPr>
          <p:cNvSpPr/>
          <p:nvPr/>
        </p:nvSpPr>
        <p:spPr>
          <a:xfrm>
            <a:off x="7002551" y="4425531"/>
            <a:ext cx="437198" cy="437198"/>
          </a:xfrm>
          <a:prstGeom prst="roundRect">
            <a:avLst>
              <a:gd name="adj" fmla="val 8001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CF03C29A-4C45-12AC-0C10-2337FF16EE7B}"/>
              </a:ext>
            </a:extLst>
          </p:cNvPr>
          <p:cNvSpPr/>
          <p:nvPr/>
        </p:nvSpPr>
        <p:spPr>
          <a:xfrm>
            <a:off x="7162539" y="4478960"/>
            <a:ext cx="141208" cy="29146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295"/>
              </a:lnSpc>
              <a:buNone/>
            </a:pPr>
            <a:r>
              <a:rPr lang="en-US" sz="2295" kern="0" spc="-23" dirty="0">
                <a:solidFill>
                  <a:srgbClr val="E0D6DE"/>
                </a:solidFill>
                <a:latin typeface="Anton" pitchFamily="34" charset="0"/>
              </a:rPr>
              <a:t>2</a:t>
            </a:r>
            <a:endParaRPr lang="en-US" sz="2295" dirty="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C662165C-6A55-9D5E-0491-0DB20489C8B1}"/>
              </a:ext>
            </a:extLst>
          </p:cNvPr>
          <p:cNvSpPr/>
          <p:nvPr/>
        </p:nvSpPr>
        <p:spPr>
          <a:xfrm>
            <a:off x="6083361" y="3588531"/>
            <a:ext cx="2429232" cy="30360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391"/>
              </a:lnSpc>
              <a:buNone/>
            </a:pPr>
            <a:r>
              <a:rPr lang="en-US" sz="1913" kern="0" spc="-19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View Item Details</a:t>
            </a:r>
            <a:endParaRPr lang="en-US" sz="1913" dirty="0"/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06E2295E-5828-C941-32D1-7D6F6738F063}"/>
              </a:ext>
            </a:extLst>
          </p:cNvPr>
          <p:cNvSpPr/>
          <p:nvPr/>
        </p:nvSpPr>
        <p:spPr>
          <a:xfrm>
            <a:off x="4883343" y="3914265"/>
            <a:ext cx="4822150" cy="31087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448"/>
              </a:lnSpc>
              <a:buNone/>
            </a:pPr>
            <a:r>
              <a:rPr lang="en-US" sz="1530" kern="0" spc="-3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Admin can view item details</a:t>
            </a:r>
            <a:endParaRPr lang="en-US" sz="153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96C8395-764D-3D6D-4633-A303A58B6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76" y="2879493"/>
            <a:ext cx="5691851" cy="236791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46F518DB-CB0F-0BB3-3474-02908F3CF4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4167" y="5392231"/>
            <a:ext cx="6753125" cy="275359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42A47298-8D9D-9592-A147-A7675BA6F1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2890" y="2879493"/>
            <a:ext cx="5930685" cy="23679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43677" y="664488"/>
            <a:ext cx="6027063" cy="75330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932"/>
              </a:lnSpc>
              <a:buNone/>
            </a:pPr>
            <a:r>
              <a:rPr lang="en-US" sz="4746" kern="0" spc="-47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Timing Slot Management</a:t>
            </a:r>
            <a:endParaRPr lang="en-US" sz="4746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677" y="1779389"/>
            <a:ext cx="1205389" cy="192857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410658" y="2020372"/>
            <a:ext cx="3013472" cy="37659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966"/>
              </a:lnSpc>
              <a:buNone/>
            </a:pPr>
            <a:r>
              <a:rPr lang="en-US" sz="2373" kern="0" spc="-24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Create New Slot</a:t>
            </a:r>
            <a:endParaRPr lang="en-US" sz="2373" dirty="0"/>
          </a:p>
        </p:txBody>
      </p:sp>
      <p:sp>
        <p:nvSpPr>
          <p:cNvPr id="9" name="Text 4"/>
          <p:cNvSpPr/>
          <p:nvPr/>
        </p:nvSpPr>
        <p:spPr>
          <a:xfrm>
            <a:off x="2410658" y="2541508"/>
            <a:ext cx="5889665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3037"/>
              </a:lnSpc>
              <a:buNone/>
            </a:pPr>
            <a:r>
              <a:rPr lang="en-US" sz="1898" kern="0" spc="-38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Set the time and price for the slot.</a:t>
            </a:r>
            <a:endParaRPr lang="en-US" sz="1898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677" y="3707963"/>
            <a:ext cx="1205389" cy="192857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410658" y="3948946"/>
            <a:ext cx="3013472" cy="37659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966"/>
              </a:lnSpc>
              <a:buNone/>
            </a:pPr>
            <a:r>
              <a:rPr lang="en-US" sz="2373" kern="0" spc="-24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Assign Gym Items</a:t>
            </a:r>
            <a:endParaRPr lang="en-US" sz="2373" dirty="0"/>
          </a:p>
        </p:txBody>
      </p:sp>
      <p:sp>
        <p:nvSpPr>
          <p:cNvPr id="12" name="Text 6"/>
          <p:cNvSpPr/>
          <p:nvPr/>
        </p:nvSpPr>
        <p:spPr>
          <a:xfrm>
            <a:off x="2410658" y="4470082"/>
            <a:ext cx="5889665" cy="7715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3037"/>
              </a:lnSpc>
              <a:buNone/>
            </a:pPr>
            <a:r>
              <a:rPr lang="en-US" sz="1898" kern="0" spc="-38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Choose which gym items are available for use during this slot.</a:t>
            </a:r>
            <a:endParaRPr lang="en-US" sz="1898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677" y="5636538"/>
            <a:ext cx="1205389" cy="192857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410658" y="5877520"/>
            <a:ext cx="3013472" cy="37659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966"/>
              </a:lnSpc>
              <a:buNone/>
            </a:pPr>
            <a:r>
              <a:rPr lang="en-US" sz="2373" kern="0" spc="-24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Edit Price</a:t>
            </a:r>
            <a:endParaRPr lang="en-US" sz="2373" dirty="0"/>
          </a:p>
        </p:txBody>
      </p:sp>
      <p:sp>
        <p:nvSpPr>
          <p:cNvPr id="15" name="Text 8"/>
          <p:cNvSpPr/>
          <p:nvPr/>
        </p:nvSpPr>
        <p:spPr>
          <a:xfrm>
            <a:off x="2410658" y="6398657"/>
            <a:ext cx="5889665" cy="7715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3037"/>
              </a:lnSpc>
              <a:buNone/>
            </a:pPr>
            <a:r>
              <a:rPr lang="en-US" sz="1898" kern="0" spc="-38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Edit price for the slot.</a:t>
            </a:r>
            <a:endParaRPr lang="en-US" sz="1898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405798A-A79D-608D-05DC-5926853AB1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74032" y="2927271"/>
            <a:ext cx="5212458" cy="29322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768047" y="608911"/>
            <a:ext cx="6172200" cy="77152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6075"/>
              </a:lnSpc>
              <a:buNone/>
            </a:pPr>
            <a:r>
              <a:rPr lang="en-US" sz="4860" kern="0" spc="-49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Customer Dashboard</a:t>
            </a:r>
            <a:endParaRPr lang="en-US" sz="4860" dirty="0"/>
          </a:p>
        </p:txBody>
      </p:sp>
      <p:sp>
        <p:nvSpPr>
          <p:cNvPr id="7" name="Shape 3"/>
          <p:cNvSpPr/>
          <p:nvPr/>
        </p:nvSpPr>
        <p:spPr>
          <a:xfrm>
            <a:off x="1381991" y="1691079"/>
            <a:ext cx="6897973" cy="4378836"/>
          </a:xfrm>
          <a:prstGeom prst="roundRect">
            <a:avLst>
              <a:gd name="adj" fmla="val 2067"/>
            </a:avLst>
          </a:prstGeom>
          <a:noFill/>
          <a:ln w="1524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E77B0B0E-CC0A-5EFC-4714-6E2B38D60FBE}"/>
              </a:ext>
            </a:extLst>
          </p:cNvPr>
          <p:cNvSpPr/>
          <p:nvPr/>
        </p:nvSpPr>
        <p:spPr>
          <a:xfrm>
            <a:off x="1381991" y="1718821"/>
            <a:ext cx="6867493" cy="70651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0" name="Shape 7">
            <a:extLst>
              <a:ext uri="{FF2B5EF4-FFF2-40B4-BE49-F238E27FC236}">
                <a16:creationId xmlns:a16="http://schemas.microsoft.com/office/drawing/2014/main" id="{641724EF-1FB7-7514-1A35-978A5151B9D1}"/>
              </a:ext>
            </a:extLst>
          </p:cNvPr>
          <p:cNvSpPr/>
          <p:nvPr/>
        </p:nvSpPr>
        <p:spPr>
          <a:xfrm>
            <a:off x="1399308" y="3177012"/>
            <a:ext cx="6873726" cy="70651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2A7D7FFD-134F-C769-F230-B404D5E5557C}"/>
              </a:ext>
            </a:extLst>
          </p:cNvPr>
          <p:cNvSpPr/>
          <p:nvPr/>
        </p:nvSpPr>
        <p:spPr>
          <a:xfrm>
            <a:off x="1381991" y="3912127"/>
            <a:ext cx="6877191" cy="706517"/>
          </a:xfrm>
          <a:prstGeom prst="rect">
            <a:avLst/>
          </a:prstGeom>
          <a:solidFill>
            <a:schemeClr val="bg2">
              <a:lumMod val="90000"/>
              <a:alpha val="4000"/>
            </a:scheme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E7FE8702-8D85-AA0B-22AE-ABD2582A8336}"/>
              </a:ext>
            </a:extLst>
          </p:cNvPr>
          <p:cNvSpPr/>
          <p:nvPr/>
        </p:nvSpPr>
        <p:spPr>
          <a:xfrm>
            <a:off x="1399308" y="4639491"/>
            <a:ext cx="6880656" cy="70651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3" name="Shape 7">
            <a:extLst>
              <a:ext uri="{FF2B5EF4-FFF2-40B4-BE49-F238E27FC236}">
                <a16:creationId xmlns:a16="http://schemas.microsoft.com/office/drawing/2014/main" id="{AD0CFF67-A4E3-77C7-33A1-ED7E3642B550}"/>
              </a:ext>
            </a:extLst>
          </p:cNvPr>
          <p:cNvSpPr/>
          <p:nvPr/>
        </p:nvSpPr>
        <p:spPr>
          <a:xfrm>
            <a:off x="1381991" y="2453938"/>
            <a:ext cx="6873726" cy="706517"/>
          </a:xfrm>
          <a:prstGeom prst="rect">
            <a:avLst/>
          </a:prstGeom>
          <a:solidFill>
            <a:schemeClr val="bg2">
              <a:lumMod val="90000"/>
              <a:alpha val="4000"/>
            </a:scheme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59C66739-FC6E-448B-10C9-FE2F18F2A028}"/>
              </a:ext>
            </a:extLst>
          </p:cNvPr>
          <p:cNvSpPr/>
          <p:nvPr/>
        </p:nvSpPr>
        <p:spPr>
          <a:xfrm>
            <a:off x="1368135" y="5363397"/>
            <a:ext cx="6897973" cy="706517"/>
          </a:xfrm>
          <a:prstGeom prst="rect">
            <a:avLst/>
          </a:prstGeom>
          <a:solidFill>
            <a:schemeClr val="bg2">
              <a:lumMod val="90000"/>
              <a:alpha val="4000"/>
            </a:scheme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8" name="Text 3">
            <a:extLst>
              <a:ext uri="{FF2B5EF4-FFF2-40B4-BE49-F238E27FC236}">
                <a16:creationId xmlns:a16="http://schemas.microsoft.com/office/drawing/2014/main" id="{0E4370C3-0C43-C888-6F9C-406C89BCD25B}"/>
              </a:ext>
            </a:extLst>
          </p:cNvPr>
          <p:cNvSpPr/>
          <p:nvPr/>
        </p:nvSpPr>
        <p:spPr>
          <a:xfrm>
            <a:off x="3347411" y="1848321"/>
            <a:ext cx="3013472" cy="37659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66"/>
              </a:lnSpc>
              <a:buNone/>
            </a:pPr>
            <a:r>
              <a:rPr lang="en-US" sz="2373" kern="0" spc="-24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Registration</a:t>
            </a:r>
            <a:endParaRPr lang="en-US" sz="2373" dirty="0"/>
          </a:p>
        </p:txBody>
      </p:sp>
      <p:sp>
        <p:nvSpPr>
          <p:cNvPr id="39" name="Text 3">
            <a:extLst>
              <a:ext uri="{FF2B5EF4-FFF2-40B4-BE49-F238E27FC236}">
                <a16:creationId xmlns:a16="http://schemas.microsoft.com/office/drawing/2014/main" id="{23BB7492-7651-5A0D-F166-6E68E68915A3}"/>
              </a:ext>
            </a:extLst>
          </p:cNvPr>
          <p:cNvSpPr/>
          <p:nvPr/>
        </p:nvSpPr>
        <p:spPr>
          <a:xfrm>
            <a:off x="3372848" y="2635489"/>
            <a:ext cx="3013472" cy="37659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66"/>
              </a:lnSpc>
              <a:buNone/>
            </a:pPr>
            <a:r>
              <a:rPr lang="en-US" sz="2373" kern="0" spc="-24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Login</a:t>
            </a:r>
            <a:endParaRPr lang="en-US" sz="2373" dirty="0"/>
          </a:p>
        </p:txBody>
      </p:sp>
      <p:sp>
        <p:nvSpPr>
          <p:cNvPr id="40" name="Text 3">
            <a:extLst>
              <a:ext uri="{FF2B5EF4-FFF2-40B4-BE49-F238E27FC236}">
                <a16:creationId xmlns:a16="http://schemas.microsoft.com/office/drawing/2014/main" id="{D46E8950-177F-14FA-047A-D8B4D4CB1932}"/>
              </a:ext>
            </a:extLst>
          </p:cNvPr>
          <p:cNvSpPr/>
          <p:nvPr/>
        </p:nvSpPr>
        <p:spPr>
          <a:xfrm>
            <a:off x="3347411" y="3370582"/>
            <a:ext cx="3013472" cy="37659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66"/>
              </a:lnSpc>
              <a:buNone/>
            </a:pPr>
            <a:r>
              <a:rPr lang="en-US" sz="2373" kern="0" spc="-24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Slot Booking</a:t>
            </a:r>
            <a:endParaRPr lang="en-US" sz="2373" dirty="0"/>
          </a:p>
        </p:txBody>
      </p:sp>
      <p:sp>
        <p:nvSpPr>
          <p:cNvPr id="41" name="Text 3">
            <a:extLst>
              <a:ext uri="{FF2B5EF4-FFF2-40B4-BE49-F238E27FC236}">
                <a16:creationId xmlns:a16="http://schemas.microsoft.com/office/drawing/2014/main" id="{2629D13A-140D-A30B-1549-1BF77A1ECE4D}"/>
              </a:ext>
            </a:extLst>
          </p:cNvPr>
          <p:cNvSpPr/>
          <p:nvPr/>
        </p:nvSpPr>
        <p:spPr>
          <a:xfrm>
            <a:off x="3395901" y="4032141"/>
            <a:ext cx="3013472" cy="37659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66"/>
              </a:lnSpc>
              <a:buNone/>
            </a:pPr>
            <a:r>
              <a:rPr lang="en-US" sz="2373" kern="0" spc="-24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View Bookings</a:t>
            </a:r>
            <a:endParaRPr lang="en-US" sz="2373" dirty="0"/>
          </a:p>
        </p:txBody>
      </p:sp>
      <p:sp>
        <p:nvSpPr>
          <p:cNvPr id="42" name="Text 3">
            <a:extLst>
              <a:ext uri="{FF2B5EF4-FFF2-40B4-BE49-F238E27FC236}">
                <a16:creationId xmlns:a16="http://schemas.microsoft.com/office/drawing/2014/main" id="{68210C2D-CD3B-26AE-F1A3-D548D5A4255D}"/>
              </a:ext>
            </a:extLst>
          </p:cNvPr>
          <p:cNvSpPr/>
          <p:nvPr/>
        </p:nvSpPr>
        <p:spPr>
          <a:xfrm>
            <a:off x="3333556" y="4769891"/>
            <a:ext cx="3013472" cy="37659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66"/>
              </a:lnSpc>
              <a:buNone/>
            </a:pPr>
            <a:r>
              <a:rPr lang="en-US" sz="2373" kern="0" spc="-24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Cancel Bookings</a:t>
            </a:r>
            <a:endParaRPr lang="en-US" sz="2373" dirty="0"/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C6158600-EF8E-89EC-B0F2-BFC056074A04}"/>
              </a:ext>
            </a:extLst>
          </p:cNvPr>
          <p:cNvSpPr/>
          <p:nvPr/>
        </p:nvSpPr>
        <p:spPr>
          <a:xfrm>
            <a:off x="3375119" y="5559599"/>
            <a:ext cx="3013472" cy="37659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66"/>
              </a:lnSpc>
              <a:buNone/>
            </a:pPr>
            <a:r>
              <a:rPr lang="en-US" sz="2373" kern="0" spc="-24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Feedback</a:t>
            </a:r>
            <a:endParaRPr lang="en-US" sz="2373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92C52C07-5A23-A2A4-6A77-A03D2A7C61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5158" y="2635489"/>
            <a:ext cx="5184084" cy="27279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-1648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06940" y="468605"/>
            <a:ext cx="6544628" cy="77152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6075"/>
              </a:lnSpc>
              <a:buNone/>
            </a:pPr>
            <a:r>
              <a:rPr lang="en-US" sz="4860" kern="0" spc="-49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Slot Booking and Cancelling</a:t>
            </a:r>
          </a:p>
          <a:p>
            <a:pPr marL="0" indent="0" algn="ctr">
              <a:lnSpc>
                <a:spcPts val="6075"/>
              </a:lnSpc>
              <a:buNone/>
            </a:pPr>
            <a:r>
              <a:rPr lang="en-US" sz="4860" kern="0" spc="-49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for Customers</a:t>
            </a:r>
            <a:endParaRPr lang="en-US" sz="4860" dirty="0"/>
          </a:p>
        </p:txBody>
      </p:sp>
      <p:sp>
        <p:nvSpPr>
          <p:cNvPr id="7" name="Shape 3"/>
          <p:cNvSpPr/>
          <p:nvPr/>
        </p:nvSpPr>
        <p:spPr>
          <a:xfrm>
            <a:off x="864037" y="2314099"/>
            <a:ext cx="555427" cy="555427"/>
          </a:xfrm>
          <a:prstGeom prst="roundRect">
            <a:avLst>
              <a:gd name="adj" fmla="val 8001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1082337" y="2447548"/>
            <a:ext cx="118705" cy="37028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6"/>
              </a:lnSpc>
              <a:buNone/>
            </a:pPr>
            <a:r>
              <a:rPr lang="en-US" sz="2916" kern="0" spc="-29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</a:t>
            </a:r>
            <a:endParaRPr lang="en-US" sz="2916" dirty="0"/>
          </a:p>
        </p:txBody>
      </p:sp>
      <p:sp>
        <p:nvSpPr>
          <p:cNvPr id="9" name="Text 5"/>
          <p:cNvSpPr/>
          <p:nvPr/>
        </p:nvSpPr>
        <p:spPr>
          <a:xfrm>
            <a:off x="1666280" y="2314099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430" kern="0" spc="-24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Select Slots</a:t>
            </a:r>
            <a:endParaRPr lang="en-US" sz="2430" dirty="0"/>
          </a:p>
        </p:txBody>
      </p:sp>
      <p:sp>
        <p:nvSpPr>
          <p:cNvPr id="10" name="Text 6"/>
          <p:cNvSpPr/>
          <p:nvPr/>
        </p:nvSpPr>
        <p:spPr>
          <a:xfrm>
            <a:off x="1666280" y="2713666"/>
            <a:ext cx="6613684" cy="6462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3110"/>
              </a:lnSpc>
            </a:pPr>
            <a:r>
              <a:rPr lang="en-US" sz="1944" kern="0" spc="-39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Customer can choose slots according to their flexible timing.</a:t>
            </a:r>
          </a:p>
          <a:p>
            <a:pPr marL="0" indent="0">
              <a:lnSpc>
                <a:spcPts val="3110"/>
              </a:lnSpc>
              <a:buNone/>
            </a:pPr>
            <a:endParaRPr lang="en-US" sz="1944" kern="0" spc="-39" dirty="0">
              <a:solidFill>
                <a:srgbClr val="E0D6DE"/>
              </a:solidFill>
              <a:latin typeface="Fira Sans" pitchFamily="34" charset="0"/>
              <a:ea typeface="Fira Sans" pitchFamily="34" charset="-122"/>
              <a:cs typeface="Fira Sans" pitchFamily="34" charset="-120"/>
            </a:endParaRPr>
          </a:p>
          <a:p>
            <a:pPr marL="0" indent="0">
              <a:lnSpc>
                <a:spcPts val="3110"/>
              </a:lnSpc>
              <a:buNone/>
            </a:pPr>
            <a:r>
              <a:rPr lang="en-US" sz="1944" kern="0" spc="-39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1944" dirty="0"/>
          </a:p>
        </p:txBody>
      </p:sp>
      <p:sp>
        <p:nvSpPr>
          <p:cNvPr id="11" name="Shape 7"/>
          <p:cNvSpPr/>
          <p:nvPr/>
        </p:nvSpPr>
        <p:spPr>
          <a:xfrm>
            <a:off x="864037" y="3559869"/>
            <a:ext cx="555427" cy="555427"/>
          </a:xfrm>
          <a:prstGeom prst="roundRect">
            <a:avLst>
              <a:gd name="adj" fmla="val 8001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1052036" y="3683551"/>
            <a:ext cx="179308" cy="37028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6"/>
              </a:lnSpc>
              <a:buNone/>
            </a:pPr>
            <a:r>
              <a:rPr lang="en-US" sz="2916" kern="0" spc="-29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</a:t>
            </a:r>
            <a:endParaRPr lang="en-US" sz="2916" dirty="0"/>
          </a:p>
        </p:txBody>
      </p:sp>
      <p:sp>
        <p:nvSpPr>
          <p:cNvPr id="13" name="Text 9"/>
          <p:cNvSpPr/>
          <p:nvPr/>
        </p:nvSpPr>
        <p:spPr>
          <a:xfrm>
            <a:off x="1666280" y="3648039"/>
            <a:ext cx="3828931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430" kern="0" spc="-24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Select Gym Item and book</a:t>
            </a:r>
            <a:endParaRPr lang="en-US" sz="2430" dirty="0"/>
          </a:p>
        </p:txBody>
      </p:sp>
      <p:sp>
        <p:nvSpPr>
          <p:cNvPr id="14" name="Text 10"/>
          <p:cNvSpPr/>
          <p:nvPr/>
        </p:nvSpPr>
        <p:spPr>
          <a:xfrm>
            <a:off x="1666280" y="4028633"/>
            <a:ext cx="6613684" cy="790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kern="0" spc="-39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Choose gym item attached with that slot and book it.</a:t>
            </a:r>
            <a:endParaRPr lang="en-US" sz="1944" dirty="0"/>
          </a:p>
        </p:txBody>
      </p:sp>
      <p:sp>
        <p:nvSpPr>
          <p:cNvPr id="15" name="Shape 11"/>
          <p:cNvSpPr/>
          <p:nvPr/>
        </p:nvSpPr>
        <p:spPr>
          <a:xfrm>
            <a:off x="855378" y="4701247"/>
            <a:ext cx="555427" cy="555427"/>
          </a:xfrm>
          <a:prstGeom prst="roundRect">
            <a:avLst>
              <a:gd name="adj" fmla="val 8001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1055051" y="4818732"/>
            <a:ext cx="179308" cy="37028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6"/>
              </a:lnSpc>
              <a:buNone/>
            </a:pPr>
            <a:r>
              <a:rPr lang="en-US" sz="2916" kern="0" spc="-29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3</a:t>
            </a:r>
            <a:endParaRPr lang="en-US" sz="2916" dirty="0"/>
          </a:p>
        </p:txBody>
      </p:sp>
      <p:sp>
        <p:nvSpPr>
          <p:cNvPr id="17" name="Text 13"/>
          <p:cNvSpPr/>
          <p:nvPr/>
        </p:nvSpPr>
        <p:spPr>
          <a:xfrm>
            <a:off x="1588424" y="4809426"/>
            <a:ext cx="5166122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430" kern="0" spc="-24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Booking Confirmation</a:t>
            </a:r>
            <a:endParaRPr lang="en-US" sz="2430" dirty="0"/>
          </a:p>
        </p:txBody>
      </p:sp>
      <p:sp>
        <p:nvSpPr>
          <p:cNvPr id="18" name="Text 14"/>
          <p:cNvSpPr/>
          <p:nvPr/>
        </p:nvSpPr>
        <p:spPr>
          <a:xfrm>
            <a:off x="1588424" y="5283516"/>
            <a:ext cx="6613684" cy="790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3110"/>
              </a:lnSpc>
              <a:buNone/>
            </a:pPr>
            <a:r>
              <a:rPr lang="en-US" sz="1944" kern="0" spc="-39" dirty="0">
                <a:solidFill>
                  <a:srgbClr val="E0D6DE"/>
                </a:solidFill>
                <a:latin typeface="Fira Sans" pitchFamily="34" charset="0"/>
              </a:rPr>
              <a:t>Shows the booking success message after booking the slot.</a:t>
            </a:r>
            <a:endParaRPr lang="en-US" sz="1944" dirty="0"/>
          </a:p>
        </p:txBody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4550D4CD-FBEE-605F-665F-915E373B7D26}"/>
              </a:ext>
            </a:extLst>
          </p:cNvPr>
          <p:cNvSpPr/>
          <p:nvPr/>
        </p:nvSpPr>
        <p:spPr>
          <a:xfrm>
            <a:off x="841522" y="5892738"/>
            <a:ext cx="555427" cy="555427"/>
          </a:xfrm>
          <a:prstGeom prst="roundRect">
            <a:avLst>
              <a:gd name="adj" fmla="val 8001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76A38183-0D83-5749-BBA7-B08553FB0FF8}"/>
              </a:ext>
            </a:extLst>
          </p:cNvPr>
          <p:cNvSpPr/>
          <p:nvPr/>
        </p:nvSpPr>
        <p:spPr>
          <a:xfrm>
            <a:off x="1057956" y="6003723"/>
            <a:ext cx="179308" cy="37028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6"/>
              </a:lnSpc>
              <a:buNone/>
            </a:pPr>
            <a:r>
              <a:rPr lang="en-US" sz="2916" kern="0" spc="-29" dirty="0">
                <a:solidFill>
                  <a:srgbClr val="E0D6DE"/>
                </a:solidFill>
                <a:latin typeface="Anton" pitchFamily="34" charset="0"/>
              </a:rPr>
              <a:t>4</a:t>
            </a:r>
            <a:endParaRPr lang="en-US" sz="2916" dirty="0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28ED56CE-245B-4AD4-A1CE-BD88E42E1E41}"/>
              </a:ext>
            </a:extLst>
          </p:cNvPr>
          <p:cNvSpPr/>
          <p:nvPr/>
        </p:nvSpPr>
        <p:spPr>
          <a:xfrm>
            <a:off x="1595350" y="5990529"/>
            <a:ext cx="5166122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430" kern="0" spc="-24" dirty="0">
                <a:solidFill>
                  <a:srgbClr val="E0D6DE"/>
                </a:solidFill>
                <a:latin typeface="Anton" pitchFamily="34" charset="0"/>
              </a:rPr>
              <a:t>View bookings and cancel it</a:t>
            </a:r>
            <a:endParaRPr lang="en-US" sz="2430" dirty="0"/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3955B2DC-B51B-654D-C128-5C835D47C92B}"/>
              </a:ext>
            </a:extLst>
          </p:cNvPr>
          <p:cNvSpPr/>
          <p:nvPr/>
        </p:nvSpPr>
        <p:spPr>
          <a:xfrm>
            <a:off x="1574568" y="6433447"/>
            <a:ext cx="6613684" cy="790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kern="0" spc="-39" dirty="0">
                <a:solidFill>
                  <a:srgbClr val="E0D6DE"/>
                </a:solidFill>
                <a:latin typeface="Fira Sans" pitchFamily="34" charset="0"/>
              </a:rPr>
              <a:t>Customer have the option to view bookings and cancel their it if needed.</a:t>
            </a:r>
            <a:endParaRPr lang="en-US" sz="1944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EE62C8E-7B67-8E1D-892B-7ABE8AAE77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3821" y="2869526"/>
            <a:ext cx="5075261" cy="274074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19184C1-D70C-64CC-D04D-F9F5AA7D2E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3821" y="41459"/>
            <a:ext cx="5075261" cy="274074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D826ED4-5752-42AF-FB67-E1B64FECD6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3821" y="5642325"/>
            <a:ext cx="5075261" cy="25178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864037" y="3795355"/>
            <a:ext cx="6172200" cy="77152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6075"/>
              </a:lnSpc>
              <a:buNone/>
            </a:pPr>
            <a:r>
              <a:rPr lang="en-US" sz="4860" kern="0" spc="-49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Slot Booking and Cancelling for Customer by Admin</a:t>
            </a:r>
            <a:endParaRPr lang="en-US" sz="486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1932" y="4937165"/>
            <a:ext cx="617220" cy="6172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6608" y="5666117"/>
            <a:ext cx="2947868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038"/>
              </a:lnSpc>
              <a:buNone/>
            </a:pPr>
            <a:r>
              <a:rPr lang="en-US" sz="2430" kern="0" spc="-24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Select slot</a:t>
            </a:r>
            <a:endParaRPr lang="en-US" sz="2430" dirty="0"/>
          </a:p>
        </p:txBody>
      </p:sp>
      <p:sp>
        <p:nvSpPr>
          <p:cNvPr id="8" name="Text 4"/>
          <p:cNvSpPr/>
          <p:nvPr/>
        </p:nvSpPr>
        <p:spPr>
          <a:xfrm>
            <a:off x="666608" y="6459770"/>
            <a:ext cx="2947868" cy="790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3110"/>
              </a:lnSpc>
              <a:buNone/>
            </a:pPr>
            <a:r>
              <a:rPr lang="en-US" sz="1944" kern="0" spc="-39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Choose time slot and slot price that suits customer schedule.</a:t>
            </a:r>
            <a:endParaRPr lang="en-US" sz="1944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1004" y="4937165"/>
            <a:ext cx="617220" cy="6172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182189" y="5666118"/>
            <a:ext cx="2947868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038"/>
              </a:lnSpc>
              <a:buNone/>
            </a:pPr>
            <a:r>
              <a:rPr lang="en-US" sz="2430" kern="0" spc="-24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Select Customer and</a:t>
            </a:r>
          </a:p>
          <a:p>
            <a:pPr marL="0" indent="0" algn="ctr">
              <a:lnSpc>
                <a:spcPts val="3038"/>
              </a:lnSpc>
              <a:buNone/>
            </a:pPr>
            <a:r>
              <a:rPr lang="en-US" sz="2430" kern="0" spc="-24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gym items</a:t>
            </a:r>
            <a:endParaRPr lang="en-US" sz="2430" dirty="0"/>
          </a:p>
        </p:txBody>
      </p:sp>
      <p:sp>
        <p:nvSpPr>
          <p:cNvPr id="11" name="Text 6"/>
          <p:cNvSpPr/>
          <p:nvPr/>
        </p:nvSpPr>
        <p:spPr>
          <a:xfrm>
            <a:off x="4182189" y="6449379"/>
            <a:ext cx="2947868" cy="11851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3110"/>
              </a:lnSpc>
              <a:buNone/>
            </a:pPr>
            <a:r>
              <a:rPr lang="en-US" sz="1944" kern="0" spc="-39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Admin can select customers by their username , select gym items and book.</a:t>
            </a:r>
            <a:endParaRPr lang="en-US" sz="1944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6961" y="4937165"/>
            <a:ext cx="617220" cy="6172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877866" y="5666118"/>
            <a:ext cx="2947868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038"/>
              </a:lnSpc>
              <a:buNone/>
            </a:pPr>
            <a:r>
              <a:rPr lang="en-US" sz="2430" kern="0" spc="-24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Confirm Booking</a:t>
            </a:r>
            <a:endParaRPr lang="en-US" sz="2430" dirty="0"/>
          </a:p>
        </p:txBody>
      </p:sp>
      <p:sp>
        <p:nvSpPr>
          <p:cNvPr id="17" name="Text 10"/>
          <p:cNvSpPr/>
          <p:nvPr/>
        </p:nvSpPr>
        <p:spPr>
          <a:xfrm>
            <a:off x="7888255" y="6490943"/>
            <a:ext cx="2947868" cy="11851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3110"/>
              </a:lnSpc>
              <a:buNone/>
            </a:pPr>
            <a:r>
              <a:rPr lang="en-US" sz="1944" kern="0" spc="-39" dirty="0">
                <a:solidFill>
                  <a:srgbClr val="E0D6DE"/>
                </a:solidFill>
                <a:latin typeface="Fira Sans" pitchFamily="34" charset="0"/>
              </a:rPr>
              <a:t>Shows the booking success message after booking the slot.</a:t>
            </a:r>
            <a:endParaRPr lang="en-US" sz="1944" dirty="0"/>
          </a:p>
        </p:txBody>
      </p:sp>
      <p:pic>
        <p:nvPicPr>
          <p:cNvPr id="19" name="Image 3" descr="preencoded.png">
            <a:extLst>
              <a:ext uri="{FF2B5EF4-FFF2-40B4-BE49-F238E27FC236}">
                <a16:creationId xmlns:a16="http://schemas.microsoft.com/office/drawing/2014/main" id="{BF0BBD91-C66A-A4C6-420A-C02D41B073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82918" y="4937165"/>
            <a:ext cx="617220" cy="617220"/>
          </a:xfrm>
          <a:prstGeom prst="rect">
            <a:avLst/>
          </a:prstGeom>
        </p:spPr>
      </p:pic>
      <p:sp>
        <p:nvSpPr>
          <p:cNvPr id="20" name="Text 9">
            <a:extLst>
              <a:ext uri="{FF2B5EF4-FFF2-40B4-BE49-F238E27FC236}">
                <a16:creationId xmlns:a16="http://schemas.microsoft.com/office/drawing/2014/main" id="{3F1256FF-84EE-CFC0-D5FF-DD6131405BCB}"/>
              </a:ext>
            </a:extLst>
          </p:cNvPr>
          <p:cNvSpPr/>
          <p:nvPr/>
        </p:nvSpPr>
        <p:spPr>
          <a:xfrm>
            <a:off x="11438485" y="5683435"/>
            <a:ext cx="2947868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038"/>
              </a:lnSpc>
              <a:buNone/>
            </a:pPr>
            <a:endParaRPr lang="en-US" sz="243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8D0D2E49-4CFE-4199-FEBE-C8654FD18AB5}"/>
              </a:ext>
            </a:extLst>
          </p:cNvPr>
          <p:cNvSpPr/>
          <p:nvPr/>
        </p:nvSpPr>
        <p:spPr>
          <a:xfrm>
            <a:off x="11448876" y="5673044"/>
            <a:ext cx="2947868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038"/>
              </a:lnSpc>
              <a:buNone/>
            </a:pPr>
            <a:r>
              <a:rPr lang="en-US" sz="2430" kern="0" spc="-24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Cancel Booking</a:t>
            </a:r>
            <a:endParaRPr lang="en-US" sz="2430" dirty="0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C0448CB0-4AA4-4A87-CC11-73A59283C70C}"/>
              </a:ext>
            </a:extLst>
          </p:cNvPr>
          <p:cNvSpPr/>
          <p:nvPr/>
        </p:nvSpPr>
        <p:spPr>
          <a:xfrm>
            <a:off x="11480048" y="6518651"/>
            <a:ext cx="2947868" cy="11851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3110"/>
              </a:lnSpc>
              <a:buNone/>
            </a:pPr>
            <a:r>
              <a:rPr lang="en-US" sz="1944" kern="0" spc="-39" dirty="0">
                <a:solidFill>
                  <a:srgbClr val="E0D6DE"/>
                </a:solidFill>
                <a:latin typeface="Fira Sans" pitchFamily="34" charset="0"/>
              </a:rPr>
              <a:t>Admin can see all the bookings done by customers and able to cancel bookings.</a:t>
            </a:r>
            <a:endParaRPr lang="en-US" sz="1944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08F643A-0123-8C46-DA26-AA742A92D9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583" y="181401"/>
            <a:ext cx="6545653" cy="301888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CA1B8B6-3DB7-066B-0632-38E397B535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199" y="181401"/>
            <a:ext cx="6292893" cy="301888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64037" y="2556272"/>
            <a:ext cx="6937177" cy="77152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6075"/>
              </a:lnSpc>
              <a:buNone/>
            </a:pPr>
            <a:r>
              <a:rPr lang="en-US" sz="4860" kern="0" spc="-49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Conclusion and Key Features</a:t>
            </a:r>
            <a:endParaRPr lang="en-US" sz="4860" dirty="0"/>
          </a:p>
        </p:txBody>
      </p:sp>
      <p:sp>
        <p:nvSpPr>
          <p:cNvPr id="7" name="Text 3"/>
          <p:cNvSpPr/>
          <p:nvPr/>
        </p:nvSpPr>
        <p:spPr>
          <a:xfrm>
            <a:off x="864037" y="3698081"/>
            <a:ext cx="7415927" cy="19752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kern="0" spc="-39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Online Gym Management System offers a comprehensive platform for streamlining gym operations, providing a seamless experience for both admins and customers. Key features include gym item management, timing </a:t>
            </a:r>
            <a:r>
              <a:rPr lang="en-US" sz="1944" kern="0" spc="-39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slot booking and </a:t>
            </a:r>
            <a:r>
              <a:rPr lang="en-US" sz="1944" kern="0" spc="-39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feedback system.</a:t>
            </a:r>
            <a:endParaRPr lang="en-US" sz="1944" dirty="0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0CCD0EDB-8DCC-FBE3-016C-3AAE11E0BD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7494" y="2556272"/>
            <a:ext cx="5043460" cy="31170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451</TotalTime>
  <Words>441</Words>
  <Application>Microsoft Office PowerPoint</Application>
  <PresentationFormat>Custom</PresentationFormat>
  <Paragraphs>91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Anton</vt:lpstr>
      <vt:lpstr>Arial</vt:lpstr>
      <vt:lpstr>Chakra Petch</vt:lpstr>
      <vt:lpstr>Fira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SAUGAT MOHANTY</cp:lastModifiedBy>
  <cp:revision>13</cp:revision>
  <dcterms:created xsi:type="dcterms:W3CDTF">2024-07-27T17:09:37Z</dcterms:created>
  <dcterms:modified xsi:type="dcterms:W3CDTF">2024-12-07T16:49:16Z</dcterms:modified>
</cp:coreProperties>
</file>